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ink/ink1.xml" ContentType="application/inkml+xml"/>
  <Override PartName="/ppt/ink/ink2.xml" ContentType="application/inkml+xml"/>
  <Override PartName="/ppt/ink/ink3.xml" ContentType="application/inkml+xml"/>
  <Override PartName="/ppt/ink/ink4.xml" ContentType="application/inkml+xml"/>
  <Override PartName="/ppt/notesSlides/notesSlide2.xml" ContentType="application/vnd.openxmlformats-officedocument.presentationml.notesSlide+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notesSlides/notesSlide3.xml" ContentType="application/vnd.openxmlformats-officedocument.presentationml.notesSlide+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notesSlides/notesSlide4.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5"/>
  </p:sldMasterIdLst>
  <p:notesMasterIdLst>
    <p:notesMasterId r:id="rId23"/>
  </p:notesMasterIdLst>
  <p:handoutMasterIdLst>
    <p:handoutMasterId r:id="rId24"/>
  </p:handoutMasterIdLst>
  <p:sldIdLst>
    <p:sldId id="263" r:id="rId6"/>
    <p:sldId id="264" r:id="rId7"/>
    <p:sldId id="297" r:id="rId8"/>
    <p:sldId id="301" r:id="rId9"/>
    <p:sldId id="305" r:id="rId10"/>
    <p:sldId id="302" r:id="rId11"/>
    <p:sldId id="306" r:id="rId12"/>
    <p:sldId id="308" r:id="rId13"/>
    <p:sldId id="309" r:id="rId14"/>
    <p:sldId id="268" r:id="rId15"/>
    <p:sldId id="310" r:id="rId16"/>
    <p:sldId id="292" r:id="rId17"/>
    <p:sldId id="294" r:id="rId18"/>
    <p:sldId id="279" r:id="rId19"/>
    <p:sldId id="281" r:id="rId20"/>
    <p:sldId id="271" r:id="rId21"/>
    <p:sldId id="265" r:id="rId22"/>
  </p:sldIdLst>
  <p:sldSz cx="12192000" cy="6858000"/>
  <p:notesSz cx="6858000" cy="9144000"/>
  <p:embeddedFontLst>
    <p:embeddedFont>
      <p:font typeface="Consolas" panose="020B0609020204030204" pitchFamily="49" charset="0"/>
      <p:regular r:id="rId25"/>
      <p:bold r:id="rId26"/>
      <p:italic r:id="rId27"/>
      <p:boldItalic r:id="rId28"/>
    </p:embeddedFont>
    <p:embeddedFont>
      <p:font typeface="Myanmar Text" panose="020B0502040204020203" pitchFamily="34" charset="0"/>
      <p:regular r:id="rId29"/>
      <p:bold r:id="rId30"/>
    </p:embeddedFont>
    <p:embeddedFont>
      <p:font typeface="Myriad Set Pro" panose="020B0604020202020204" charset="0"/>
      <p:regular r:id="rId31"/>
    </p:embeddedFont>
    <p:embeddedFont>
      <p:font typeface="Novecento sans wide Light" panose="00000705000000000000" charset="0"/>
      <p:regular r:id="rId32"/>
      <p:bold r:id="rId33"/>
    </p:embeddedFont>
    <p:embeddedFont>
      <p:font typeface="Novecento sans wide UltraLight" panose="00000705000000000000" charset="0"/>
      <p:regular r:id="rId34"/>
      <p:bold r:id="rId35"/>
    </p:embeddedFont>
  </p:embeddedFontLst>
  <p:custDataLst>
    <p:custData r:id="rId4"/>
    <p:tags r:id="rId36"/>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CF97622-BE84-6CE7-D56F-1F4651E12DE7}" name="William Greve" initials="WG" userId="S::shil5595@ox.ac.uk::7c4b811d-c615-48b1-9d3f-ff2c3defd64f" providerId="AD"/>
  <p188:author id="{EA960039-F896-2EAC-B9D2-CAAC930AD5DD}" name="Willem Redman" initials="WR" userId="S::magd5691@ox.ac.uk::97b949a5-3116-4d12-b537-a47c3bdd6bf0" providerId="AD"/>
  <p188:author id="{9C8BF85C-2FEB-A0A4-CE64-29C408A25AD0}" name="Mitra Stainsbury" initials="MS" userId="S::bras5308@ox.ac.uk::fac11312-97e8-43e4-9f19-3119cf4db1e7" providerId="AD"/>
  <p188:author id="{D3663BD1-1997-F4AD-712D-AD365DB224F0}" name="Oyindasola Bello" initials="OB" userId="S::bras5224@ox.ac.uk::b79730d6-b7bc-4cd9-9e0f-d48d74b82c33" providerId="AD"/>
  <p188:author id="{4C5370D7-363C-1E15-EC2C-B3CD56F191CE}" name="Shenghao Sun" initials="SS" userId="S::quee4912@ox.ac.uk::3565d8e5-3569-4d09-bf42-9e66596fb011" providerId="AD"/>
  <p188:author id="{6195C6E1-FE04-B4B6-AC35-AC4B9F2E08CC}" name="Rebecca Liu" initials="RL" userId="S::mert4404@ox.ac.uk::8ba8d453-3327-4086-ba6c-220c49268643"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Kai Boh" initials="KB" lastIdx="3" clrIdx="0">
    <p:extLst>
      <p:ext uri="{19B8F6BF-5375-455C-9EA6-DF929625EA0E}">
        <p15:presenceInfo xmlns:p15="http://schemas.microsoft.com/office/powerpoint/2012/main" userId="Kai Boh" providerId="None"/>
      </p:ext>
    </p:extLst>
  </p:cmAuthor>
  <p:cmAuthor id="2" name="Tylor Crusoe" initials="TC" lastIdx="1" clrIdx="1">
    <p:extLst>
      <p:ext uri="{19B8F6BF-5375-455C-9EA6-DF929625EA0E}">
        <p15:presenceInfo xmlns:p15="http://schemas.microsoft.com/office/powerpoint/2012/main" userId="ef994117c0fbf259"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2B28C"/>
    <a:srgbClr val="FFFFFF"/>
    <a:srgbClr val="762D93"/>
    <a:srgbClr val="E79D25"/>
    <a:srgbClr val="1F3864"/>
    <a:srgbClr val="254061"/>
    <a:srgbClr val="E8F0F9"/>
    <a:srgbClr val="C898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CBE6B39-F5AF-FB43-D960-B1B742E247CD}" v="8" dt="2026-05-06T11:40:46.664"/>
    <p1510:client id="{520090CB-724A-0324-542D-501481F276C8}" v="263" dt="2026-05-06T17:24:20.187"/>
    <p1510:client id="{F7E5C2C0-0D50-187B-1FC9-0CFE9C1A9156}" v="120" dt="2026-05-07T10:11:15.68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3840"/>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font" Target="fonts/font2.fntdata"/><Relationship Id="rId39" Type="http://schemas.openxmlformats.org/officeDocument/2006/relationships/viewProps" Target="viewProps.xml"/><Relationship Id="rId21" Type="http://schemas.openxmlformats.org/officeDocument/2006/relationships/slide" Target="slides/slide16.xml"/><Relationship Id="rId34" Type="http://schemas.openxmlformats.org/officeDocument/2006/relationships/font" Target="fonts/font10.fntdata"/><Relationship Id="rId42" Type="http://schemas.microsoft.com/office/2015/10/relationships/revisionInfo" Target="revisionInfo.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font" Target="fonts/font5.fntdata"/><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handoutMaster" Target="handoutMasters/handoutMaster1.xml"/><Relationship Id="rId32" Type="http://schemas.openxmlformats.org/officeDocument/2006/relationships/font" Target="fonts/font8.fntdata"/><Relationship Id="rId37" Type="http://schemas.openxmlformats.org/officeDocument/2006/relationships/commentAuthors" Target="commentAuthors.xml"/><Relationship Id="rId40" Type="http://schemas.openxmlformats.org/officeDocument/2006/relationships/theme" Target="theme/theme1.xml"/><Relationship Id="rId5" Type="http://schemas.openxmlformats.org/officeDocument/2006/relationships/slideMaster" Target="slideMasters/slideMaster1.xml"/><Relationship Id="rId15" Type="http://schemas.openxmlformats.org/officeDocument/2006/relationships/slide" Target="slides/slide10.xml"/><Relationship Id="rId23" Type="http://schemas.openxmlformats.org/officeDocument/2006/relationships/notesMaster" Target="notesMasters/notesMaster1.xml"/><Relationship Id="rId28" Type="http://schemas.openxmlformats.org/officeDocument/2006/relationships/font" Target="fonts/font4.fntdata"/><Relationship Id="rId36" Type="http://schemas.openxmlformats.org/officeDocument/2006/relationships/tags" Target="tags/tag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font" Target="fonts/font7.fntdata"/><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font" Target="fonts/font11.fntdata"/><Relationship Id="rId43" Type="http://schemas.microsoft.com/office/2018/10/relationships/authors" Target="authors.xml"/><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font" Target="fonts/font1.fntdata"/><Relationship Id="rId33" Type="http://schemas.openxmlformats.org/officeDocument/2006/relationships/font" Target="fonts/font9.fntdata"/><Relationship Id="rId38"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A25AAD8-AA4A-4286-A18A-AF764030525E}" type="doc">
      <dgm:prSet loTypeId="urn:microsoft.com/office/officeart/2005/8/layout/vProcess5" loCatId="process" qsTypeId="urn:microsoft.com/office/officeart/2005/8/quickstyle/simple1" qsCatId="simple" csTypeId="urn:microsoft.com/office/officeart/2005/8/colors/accent1_2" csCatId="accent1" phldr="1"/>
      <dgm:spPr/>
      <dgm:t>
        <a:bodyPr/>
        <a:lstStyle/>
        <a:p>
          <a:endParaRPr lang="zh-CN" altLang="en-US"/>
        </a:p>
      </dgm:t>
    </dgm:pt>
    <dgm:pt modelId="{BF9B2446-28F2-4078-8720-C5EEB901D3D8}">
      <dgm:prSet phldrT="[文本]" phldr="0"/>
      <dgm:spPr/>
      <dgm:t>
        <a:bodyPr/>
        <a:lstStyle/>
        <a:p>
          <a:pPr algn="ctr"/>
          <a:r>
            <a:rPr lang="en-US" altLang="zh-CN"/>
            <a:t>Multi-source Data </a:t>
          </a:r>
          <a:r>
            <a:rPr lang="en-US" altLang="zh-CN">
              <a:latin typeface="Novecento sans wide UltraLight"/>
            </a:rPr>
            <a:t>Integration</a:t>
          </a:r>
          <a:endParaRPr lang="zh-CN" altLang="en-US"/>
        </a:p>
      </dgm:t>
    </dgm:pt>
    <dgm:pt modelId="{19130621-5F8F-4A4B-A21F-51EA9ED13203}" type="parTrans" cxnId="{D1EB17A9-7954-4F7D-ABDE-86AEA69F8A49}">
      <dgm:prSet/>
      <dgm:spPr/>
      <dgm:t>
        <a:bodyPr/>
        <a:lstStyle/>
        <a:p>
          <a:endParaRPr lang="zh-CN" altLang="en-US"/>
        </a:p>
      </dgm:t>
    </dgm:pt>
    <dgm:pt modelId="{8D085C42-4201-413B-9C45-C4F27CBD3131}" type="sibTrans" cxnId="{D1EB17A9-7954-4F7D-ABDE-86AEA69F8A49}">
      <dgm:prSet/>
      <dgm:spPr/>
      <dgm:t>
        <a:bodyPr/>
        <a:lstStyle/>
        <a:p>
          <a:endParaRPr lang="zh-CN" altLang="en-US"/>
        </a:p>
      </dgm:t>
    </dgm:pt>
    <dgm:pt modelId="{F4A4E13F-6D0F-4152-87E7-5547F46A52D4}">
      <dgm:prSet phldrT="[文本]" phldr="0"/>
      <dgm:spPr/>
      <dgm:t>
        <a:bodyPr/>
        <a:lstStyle/>
        <a:p>
          <a:pPr algn="ctr"/>
          <a:r>
            <a:rPr lang="en-US" altLang="zh-CN"/>
            <a:t>ML-Conditioned Forecasting</a:t>
          </a:r>
          <a:endParaRPr lang="zh-CN" altLang="en-US"/>
        </a:p>
      </dgm:t>
    </dgm:pt>
    <dgm:pt modelId="{342879C1-16DE-4742-9552-F0D33B53CCFE}" type="parTrans" cxnId="{8D8BC855-6BF5-4C6F-AF42-E1F28E2F685C}">
      <dgm:prSet/>
      <dgm:spPr/>
      <dgm:t>
        <a:bodyPr/>
        <a:lstStyle/>
        <a:p>
          <a:endParaRPr lang="zh-CN" altLang="en-US"/>
        </a:p>
      </dgm:t>
    </dgm:pt>
    <dgm:pt modelId="{A6FCD770-23F1-4B54-8064-21DB34942868}" type="sibTrans" cxnId="{8D8BC855-6BF5-4C6F-AF42-E1F28E2F685C}">
      <dgm:prSet/>
      <dgm:spPr/>
      <dgm:t>
        <a:bodyPr/>
        <a:lstStyle/>
        <a:p>
          <a:endParaRPr lang="zh-CN" altLang="en-US"/>
        </a:p>
      </dgm:t>
    </dgm:pt>
    <dgm:pt modelId="{2C7A1811-2675-495C-8651-B325317BC0CD}">
      <dgm:prSet phldrT="[文本]" phldr="0"/>
      <dgm:spPr/>
      <dgm:t>
        <a:bodyPr/>
        <a:lstStyle/>
        <a:p>
          <a:pPr algn="ctr"/>
          <a:r>
            <a:rPr lang="en-US" altLang="zh-CN"/>
            <a:t>Market-Neutral Portfolio</a:t>
          </a:r>
          <a:endParaRPr lang="zh-CN" altLang="en-US"/>
        </a:p>
      </dgm:t>
    </dgm:pt>
    <dgm:pt modelId="{7D6557F2-5CEF-4986-A77A-5F31195D9B46}" type="parTrans" cxnId="{9C79971D-BF76-45D4-AC90-D15C74F73D12}">
      <dgm:prSet/>
      <dgm:spPr/>
      <dgm:t>
        <a:bodyPr/>
        <a:lstStyle/>
        <a:p>
          <a:endParaRPr lang="zh-CN" altLang="en-US"/>
        </a:p>
      </dgm:t>
    </dgm:pt>
    <dgm:pt modelId="{22068F23-F12F-4C6F-92F3-CF1CBA5DC712}" type="sibTrans" cxnId="{9C79971D-BF76-45D4-AC90-D15C74F73D12}">
      <dgm:prSet/>
      <dgm:spPr/>
      <dgm:t>
        <a:bodyPr/>
        <a:lstStyle/>
        <a:p>
          <a:endParaRPr lang="zh-CN" altLang="en-US"/>
        </a:p>
      </dgm:t>
    </dgm:pt>
    <dgm:pt modelId="{937F5DA9-1A4A-4ED2-8D7B-85FCEB10D1AD}">
      <dgm:prSet/>
      <dgm:spPr/>
      <dgm:t>
        <a:bodyPr/>
        <a:lstStyle/>
        <a:p>
          <a:pPr algn="ctr"/>
          <a:r>
            <a:rPr lang="en-US" altLang="zh-CN"/>
            <a:t>PCA Factor Decomposition</a:t>
          </a:r>
          <a:endParaRPr lang="zh-CN" altLang="en-US"/>
        </a:p>
      </dgm:t>
    </dgm:pt>
    <dgm:pt modelId="{1330F22E-BD86-4958-981C-6CC7E907DC3B}" type="parTrans" cxnId="{A2FB36F9-3AF8-4D8D-8AB6-74218A8BAC45}">
      <dgm:prSet/>
      <dgm:spPr/>
      <dgm:t>
        <a:bodyPr/>
        <a:lstStyle/>
        <a:p>
          <a:endParaRPr lang="zh-CN" altLang="en-US"/>
        </a:p>
      </dgm:t>
    </dgm:pt>
    <dgm:pt modelId="{ACE39BEE-9311-4A6A-9F29-4C4FFC19EA13}" type="sibTrans" cxnId="{A2FB36F9-3AF8-4D8D-8AB6-74218A8BAC45}">
      <dgm:prSet/>
      <dgm:spPr/>
      <dgm:t>
        <a:bodyPr/>
        <a:lstStyle/>
        <a:p>
          <a:endParaRPr lang="zh-CN" altLang="en-US"/>
        </a:p>
      </dgm:t>
    </dgm:pt>
    <dgm:pt modelId="{ADD153A1-4794-425D-968D-93EEBDBD9FCB}" type="pres">
      <dgm:prSet presAssocID="{7A25AAD8-AA4A-4286-A18A-AF764030525E}" presName="outerComposite" presStyleCnt="0">
        <dgm:presLayoutVars>
          <dgm:chMax val="5"/>
          <dgm:dir/>
          <dgm:resizeHandles val="exact"/>
        </dgm:presLayoutVars>
      </dgm:prSet>
      <dgm:spPr/>
    </dgm:pt>
    <dgm:pt modelId="{4BABBE3D-99E2-429A-B644-94B28E0351C9}" type="pres">
      <dgm:prSet presAssocID="{7A25AAD8-AA4A-4286-A18A-AF764030525E}" presName="dummyMaxCanvas" presStyleCnt="0">
        <dgm:presLayoutVars/>
      </dgm:prSet>
      <dgm:spPr/>
    </dgm:pt>
    <dgm:pt modelId="{9175DCEF-B367-415D-B7D4-BD30A9C62CD2}" type="pres">
      <dgm:prSet presAssocID="{7A25AAD8-AA4A-4286-A18A-AF764030525E}" presName="FourNodes_1" presStyleLbl="node1" presStyleIdx="0" presStyleCnt="4">
        <dgm:presLayoutVars>
          <dgm:bulletEnabled val="1"/>
        </dgm:presLayoutVars>
      </dgm:prSet>
      <dgm:spPr/>
    </dgm:pt>
    <dgm:pt modelId="{C823EA37-8CE1-41BA-9D45-A12E10A93BE0}" type="pres">
      <dgm:prSet presAssocID="{7A25AAD8-AA4A-4286-A18A-AF764030525E}" presName="FourNodes_2" presStyleLbl="node1" presStyleIdx="1" presStyleCnt="4">
        <dgm:presLayoutVars>
          <dgm:bulletEnabled val="1"/>
        </dgm:presLayoutVars>
      </dgm:prSet>
      <dgm:spPr/>
    </dgm:pt>
    <dgm:pt modelId="{239D8AC6-6174-4F1B-83E4-0C3C350CB8C9}" type="pres">
      <dgm:prSet presAssocID="{7A25AAD8-AA4A-4286-A18A-AF764030525E}" presName="FourNodes_3" presStyleLbl="node1" presStyleIdx="2" presStyleCnt="4">
        <dgm:presLayoutVars>
          <dgm:bulletEnabled val="1"/>
        </dgm:presLayoutVars>
      </dgm:prSet>
      <dgm:spPr/>
    </dgm:pt>
    <dgm:pt modelId="{06693BA1-DDB2-4714-A13B-8B73C7791F6E}" type="pres">
      <dgm:prSet presAssocID="{7A25AAD8-AA4A-4286-A18A-AF764030525E}" presName="FourNodes_4" presStyleLbl="node1" presStyleIdx="3" presStyleCnt="4">
        <dgm:presLayoutVars>
          <dgm:bulletEnabled val="1"/>
        </dgm:presLayoutVars>
      </dgm:prSet>
      <dgm:spPr/>
    </dgm:pt>
    <dgm:pt modelId="{813B28EA-AC81-4ABD-BE52-16E96699CAD8}" type="pres">
      <dgm:prSet presAssocID="{7A25AAD8-AA4A-4286-A18A-AF764030525E}" presName="FourConn_1-2" presStyleLbl="fgAccFollowNode1" presStyleIdx="0" presStyleCnt="3">
        <dgm:presLayoutVars>
          <dgm:bulletEnabled val="1"/>
        </dgm:presLayoutVars>
      </dgm:prSet>
      <dgm:spPr/>
    </dgm:pt>
    <dgm:pt modelId="{3F3939D7-DD2F-42C3-82F6-7C1C44B728CD}" type="pres">
      <dgm:prSet presAssocID="{7A25AAD8-AA4A-4286-A18A-AF764030525E}" presName="FourConn_2-3" presStyleLbl="fgAccFollowNode1" presStyleIdx="1" presStyleCnt="3">
        <dgm:presLayoutVars>
          <dgm:bulletEnabled val="1"/>
        </dgm:presLayoutVars>
      </dgm:prSet>
      <dgm:spPr/>
    </dgm:pt>
    <dgm:pt modelId="{3AD13D60-E416-491D-B6A7-8FBAE498F2E7}" type="pres">
      <dgm:prSet presAssocID="{7A25AAD8-AA4A-4286-A18A-AF764030525E}" presName="FourConn_3-4" presStyleLbl="fgAccFollowNode1" presStyleIdx="2" presStyleCnt="3">
        <dgm:presLayoutVars>
          <dgm:bulletEnabled val="1"/>
        </dgm:presLayoutVars>
      </dgm:prSet>
      <dgm:spPr/>
    </dgm:pt>
    <dgm:pt modelId="{6F39A13C-4EA6-4178-BC15-2BDAF316C772}" type="pres">
      <dgm:prSet presAssocID="{7A25AAD8-AA4A-4286-A18A-AF764030525E}" presName="FourNodes_1_text" presStyleLbl="node1" presStyleIdx="3" presStyleCnt="4">
        <dgm:presLayoutVars>
          <dgm:bulletEnabled val="1"/>
        </dgm:presLayoutVars>
      </dgm:prSet>
      <dgm:spPr/>
    </dgm:pt>
    <dgm:pt modelId="{34B72871-D009-499F-A0FA-8B6F9739CE7B}" type="pres">
      <dgm:prSet presAssocID="{7A25AAD8-AA4A-4286-A18A-AF764030525E}" presName="FourNodes_2_text" presStyleLbl="node1" presStyleIdx="3" presStyleCnt="4">
        <dgm:presLayoutVars>
          <dgm:bulletEnabled val="1"/>
        </dgm:presLayoutVars>
      </dgm:prSet>
      <dgm:spPr/>
    </dgm:pt>
    <dgm:pt modelId="{546D4406-A46E-4CCB-858D-686041A85CAC}" type="pres">
      <dgm:prSet presAssocID="{7A25AAD8-AA4A-4286-A18A-AF764030525E}" presName="FourNodes_3_text" presStyleLbl="node1" presStyleIdx="3" presStyleCnt="4">
        <dgm:presLayoutVars>
          <dgm:bulletEnabled val="1"/>
        </dgm:presLayoutVars>
      </dgm:prSet>
      <dgm:spPr/>
    </dgm:pt>
    <dgm:pt modelId="{BFCCDB01-30EB-4EF0-8602-6F27C154F0A5}" type="pres">
      <dgm:prSet presAssocID="{7A25AAD8-AA4A-4286-A18A-AF764030525E}" presName="FourNodes_4_text" presStyleLbl="node1" presStyleIdx="3" presStyleCnt="4">
        <dgm:presLayoutVars>
          <dgm:bulletEnabled val="1"/>
        </dgm:presLayoutVars>
      </dgm:prSet>
      <dgm:spPr/>
    </dgm:pt>
  </dgm:ptLst>
  <dgm:cxnLst>
    <dgm:cxn modelId="{98179B06-2BB2-415B-949A-BF5E7E268F5C}" type="presOf" srcId="{937F5DA9-1A4A-4ED2-8D7B-85FCEB10D1AD}" destId="{34B72871-D009-499F-A0FA-8B6F9739CE7B}" srcOrd="1" destOrd="0" presId="urn:microsoft.com/office/officeart/2005/8/layout/vProcess5"/>
    <dgm:cxn modelId="{45159909-244E-4EEF-A857-DCA8CBCBDFDA}" type="presOf" srcId="{A6FCD770-23F1-4B54-8064-21DB34942868}" destId="{3AD13D60-E416-491D-B6A7-8FBAE498F2E7}" srcOrd="0" destOrd="0" presId="urn:microsoft.com/office/officeart/2005/8/layout/vProcess5"/>
    <dgm:cxn modelId="{9C79971D-BF76-45D4-AC90-D15C74F73D12}" srcId="{7A25AAD8-AA4A-4286-A18A-AF764030525E}" destId="{2C7A1811-2675-495C-8651-B325317BC0CD}" srcOrd="3" destOrd="0" parTransId="{7D6557F2-5CEF-4986-A77A-5F31195D9B46}" sibTransId="{22068F23-F12F-4C6F-92F3-CF1CBA5DC712}"/>
    <dgm:cxn modelId="{7280153E-2A7A-4D55-B973-078450D12A88}" type="presOf" srcId="{ACE39BEE-9311-4A6A-9F29-4C4FFC19EA13}" destId="{3F3939D7-DD2F-42C3-82F6-7C1C44B728CD}" srcOrd="0" destOrd="0" presId="urn:microsoft.com/office/officeart/2005/8/layout/vProcess5"/>
    <dgm:cxn modelId="{522ACE50-EFCC-4686-B279-7323D6CB011D}" type="presOf" srcId="{8D085C42-4201-413B-9C45-C4F27CBD3131}" destId="{813B28EA-AC81-4ABD-BE52-16E96699CAD8}" srcOrd="0" destOrd="0" presId="urn:microsoft.com/office/officeart/2005/8/layout/vProcess5"/>
    <dgm:cxn modelId="{E7A0FF52-BBCB-4AFC-B197-5127F03E9E07}" type="presOf" srcId="{937F5DA9-1A4A-4ED2-8D7B-85FCEB10D1AD}" destId="{C823EA37-8CE1-41BA-9D45-A12E10A93BE0}" srcOrd="0" destOrd="0" presId="urn:microsoft.com/office/officeart/2005/8/layout/vProcess5"/>
    <dgm:cxn modelId="{8D8BC855-6BF5-4C6F-AF42-E1F28E2F685C}" srcId="{7A25AAD8-AA4A-4286-A18A-AF764030525E}" destId="{F4A4E13F-6D0F-4152-87E7-5547F46A52D4}" srcOrd="2" destOrd="0" parTransId="{342879C1-16DE-4742-9552-F0D33B53CCFE}" sibTransId="{A6FCD770-23F1-4B54-8064-21DB34942868}"/>
    <dgm:cxn modelId="{92C67777-6710-4F1B-94F9-7941EC1D91D2}" type="presOf" srcId="{2C7A1811-2675-495C-8651-B325317BC0CD}" destId="{06693BA1-DDB2-4714-A13B-8B73C7791F6E}" srcOrd="0" destOrd="0" presId="urn:microsoft.com/office/officeart/2005/8/layout/vProcess5"/>
    <dgm:cxn modelId="{E43B4F8C-B5DE-40EE-800C-C8663ACAD1D8}" type="presOf" srcId="{F4A4E13F-6D0F-4152-87E7-5547F46A52D4}" destId="{239D8AC6-6174-4F1B-83E4-0C3C350CB8C9}" srcOrd="0" destOrd="0" presId="urn:microsoft.com/office/officeart/2005/8/layout/vProcess5"/>
    <dgm:cxn modelId="{6EB5CF91-D036-49C9-A391-37D0880E8562}" type="presOf" srcId="{BF9B2446-28F2-4078-8720-C5EEB901D3D8}" destId="{6F39A13C-4EA6-4178-BC15-2BDAF316C772}" srcOrd="1" destOrd="0" presId="urn:microsoft.com/office/officeart/2005/8/layout/vProcess5"/>
    <dgm:cxn modelId="{D1EB17A9-7954-4F7D-ABDE-86AEA69F8A49}" srcId="{7A25AAD8-AA4A-4286-A18A-AF764030525E}" destId="{BF9B2446-28F2-4078-8720-C5EEB901D3D8}" srcOrd="0" destOrd="0" parTransId="{19130621-5F8F-4A4B-A21F-51EA9ED13203}" sibTransId="{8D085C42-4201-413B-9C45-C4F27CBD3131}"/>
    <dgm:cxn modelId="{B09EC0B7-0F5C-49AD-A0CF-90B31A16722E}" type="presOf" srcId="{BF9B2446-28F2-4078-8720-C5EEB901D3D8}" destId="{9175DCEF-B367-415D-B7D4-BD30A9C62CD2}" srcOrd="0" destOrd="0" presId="urn:microsoft.com/office/officeart/2005/8/layout/vProcess5"/>
    <dgm:cxn modelId="{BEDFC5C8-20EF-4708-9DF8-63E29B66C6DB}" type="presOf" srcId="{7A25AAD8-AA4A-4286-A18A-AF764030525E}" destId="{ADD153A1-4794-425D-968D-93EEBDBD9FCB}" srcOrd="0" destOrd="0" presId="urn:microsoft.com/office/officeart/2005/8/layout/vProcess5"/>
    <dgm:cxn modelId="{7602D1CB-F521-49CA-B2DB-EADF082EE091}" type="presOf" srcId="{2C7A1811-2675-495C-8651-B325317BC0CD}" destId="{BFCCDB01-30EB-4EF0-8602-6F27C154F0A5}" srcOrd="1" destOrd="0" presId="urn:microsoft.com/office/officeart/2005/8/layout/vProcess5"/>
    <dgm:cxn modelId="{7247D0F6-6381-4F79-A08F-85541F857D91}" type="presOf" srcId="{F4A4E13F-6D0F-4152-87E7-5547F46A52D4}" destId="{546D4406-A46E-4CCB-858D-686041A85CAC}" srcOrd="1" destOrd="0" presId="urn:microsoft.com/office/officeart/2005/8/layout/vProcess5"/>
    <dgm:cxn modelId="{A2FB36F9-3AF8-4D8D-8AB6-74218A8BAC45}" srcId="{7A25AAD8-AA4A-4286-A18A-AF764030525E}" destId="{937F5DA9-1A4A-4ED2-8D7B-85FCEB10D1AD}" srcOrd="1" destOrd="0" parTransId="{1330F22E-BD86-4958-981C-6CC7E907DC3B}" sibTransId="{ACE39BEE-9311-4A6A-9F29-4C4FFC19EA13}"/>
    <dgm:cxn modelId="{9BC9E5FF-ED18-4C1A-9F7D-67D4074B8E75}" type="presParOf" srcId="{ADD153A1-4794-425D-968D-93EEBDBD9FCB}" destId="{4BABBE3D-99E2-429A-B644-94B28E0351C9}" srcOrd="0" destOrd="0" presId="urn:microsoft.com/office/officeart/2005/8/layout/vProcess5"/>
    <dgm:cxn modelId="{A994EDC9-1923-4599-93F5-F55879F57AD3}" type="presParOf" srcId="{ADD153A1-4794-425D-968D-93EEBDBD9FCB}" destId="{9175DCEF-B367-415D-B7D4-BD30A9C62CD2}" srcOrd="1" destOrd="0" presId="urn:microsoft.com/office/officeart/2005/8/layout/vProcess5"/>
    <dgm:cxn modelId="{D88A8F4C-6346-4B8A-8F81-D4B9D64A0833}" type="presParOf" srcId="{ADD153A1-4794-425D-968D-93EEBDBD9FCB}" destId="{C823EA37-8CE1-41BA-9D45-A12E10A93BE0}" srcOrd="2" destOrd="0" presId="urn:microsoft.com/office/officeart/2005/8/layout/vProcess5"/>
    <dgm:cxn modelId="{63A81EFA-1158-4E98-957E-6A644C56F38D}" type="presParOf" srcId="{ADD153A1-4794-425D-968D-93EEBDBD9FCB}" destId="{239D8AC6-6174-4F1B-83E4-0C3C350CB8C9}" srcOrd="3" destOrd="0" presId="urn:microsoft.com/office/officeart/2005/8/layout/vProcess5"/>
    <dgm:cxn modelId="{ED00F922-7450-4038-9E16-B13FF5B19CA4}" type="presParOf" srcId="{ADD153A1-4794-425D-968D-93EEBDBD9FCB}" destId="{06693BA1-DDB2-4714-A13B-8B73C7791F6E}" srcOrd="4" destOrd="0" presId="urn:microsoft.com/office/officeart/2005/8/layout/vProcess5"/>
    <dgm:cxn modelId="{4EBB9D7F-1C85-48B5-9C28-E575861FB665}" type="presParOf" srcId="{ADD153A1-4794-425D-968D-93EEBDBD9FCB}" destId="{813B28EA-AC81-4ABD-BE52-16E96699CAD8}" srcOrd="5" destOrd="0" presId="urn:microsoft.com/office/officeart/2005/8/layout/vProcess5"/>
    <dgm:cxn modelId="{7A6A1F5C-D7FE-4C74-AF0C-06FFC8AD5864}" type="presParOf" srcId="{ADD153A1-4794-425D-968D-93EEBDBD9FCB}" destId="{3F3939D7-DD2F-42C3-82F6-7C1C44B728CD}" srcOrd="6" destOrd="0" presId="urn:microsoft.com/office/officeart/2005/8/layout/vProcess5"/>
    <dgm:cxn modelId="{B40D8AE5-FDC5-4BE6-894D-95395DF57C3F}" type="presParOf" srcId="{ADD153A1-4794-425D-968D-93EEBDBD9FCB}" destId="{3AD13D60-E416-491D-B6A7-8FBAE498F2E7}" srcOrd="7" destOrd="0" presId="urn:microsoft.com/office/officeart/2005/8/layout/vProcess5"/>
    <dgm:cxn modelId="{599393B5-8A61-4BC9-8F28-6094D5A045FC}" type="presParOf" srcId="{ADD153A1-4794-425D-968D-93EEBDBD9FCB}" destId="{6F39A13C-4EA6-4178-BC15-2BDAF316C772}" srcOrd="8" destOrd="0" presId="urn:microsoft.com/office/officeart/2005/8/layout/vProcess5"/>
    <dgm:cxn modelId="{B68C5C78-472A-4C24-99D9-44D48DA7782F}" type="presParOf" srcId="{ADD153A1-4794-425D-968D-93EEBDBD9FCB}" destId="{34B72871-D009-499F-A0FA-8B6F9739CE7B}" srcOrd="9" destOrd="0" presId="urn:microsoft.com/office/officeart/2005/8/layout/vProcess5"/>
    <dgm:cxn modelId="{3600F8C4-7484-4F11-B2B4-92E63DA4F134}" type="presParOf" srcId="{ADD153A1-4794-425D-968D-93EEBDBD9FCB}" destId="{546D4406-A46E-4CCB-858D-686041A85CAC}" srcOrd="10" destOrd="0" presId="urn:microsoft.com/office/officeart/2005/8/layout/vProcess5"/>
    <dgm:cxn modelId="{868351BB-29F9-4603-B2AF-C0CCDD1FD466}" type="presParOf" srcId="{ADD153A1-4794-425D-968D-93EEBDBD9FCB}" destId="{BFCCDB01-30EB-4EF0-8602-6F27C154F0A5}" srcOrd="11"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175DCEF-B367-415D-B7D4-BD30A9C62CD2}">
      <dsp:nvSpPr>
        <dsp:cNvPr id="0" name=""/>
        <dsp:cNvSpPr/>
      </dsp:nvSpPr>
      <dsp:spPr>
        <a:xfrm>
          <a:off x="0" y="0"/>
          <a:ext cx="4234180" cy="95380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altLang="zh-CN" sz="2500" kern="1200"/>
            <a:t>Multi-source Data </a:t>
          </a:r>
          <a:r>
            <a:rPr lang="en-US" altLang="zh-CN" sz="2500" kern="1200">
              <a:latin typeface="Novecento sans wide UltraLight"/>
            </a:rPr>
            <a:t>Integration</a:t>
          </a:r>
          <a:endParaRPr lang="zh-CN" altLang="en-US" sz="2500" kern="1200"/>
        </a:p>
      </dsp:txBody>
      <dsp:txXfrm>
        <a:off x="27936" y="27936"/>
        <a:ext cx="3124357" cy="897929"/>
      </dsp:txXfrm>
    </dsp:sp>
    <dsp:sp modelId="{C823EA37-8CE1-41BA-9D45-A12E10A93BE0}">
      <dsp:nvSpPr>
        <dsp:cNvPr id="0" name=""/>
        <dsp:cNvSpPr/>
      </dsp:nvSpPr>
      <dsp:spPr>
        <a:xfrm>
          <a:off x="354612" y="1127220"/>
          <a:ext cx="4234180" cy="95380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altLang="zh-CN" sz="2500" kern="1200"/>
            <a:t>PCA Factor Decomposition</a:t>
          </a:r>
          <a:endParaRPr lang="zh-CN" altLang="en-US" sz="2500" kern="1200"/>
        </a:p>
      </dsp:txBody>
      <dsp:txXfrm>
        <a:off x="382548" y="1155156"/>
        <a:ext cx="3203724" cy="897929"/>
      </dsp:txXfrm>
    </dsp:sp>
    <dsp:sp modelId="{239D8AC6-6174-4F1B-83E4-0C3C350CB8C9}">
      <dsp:nvSpPr>
        <dsp:cNvPr id="0" name=""/>
        <dsp:cNvSpPr/>
      </dsp:nvSpPr>
      <dsp:spPr>
        <a:xfrm>
          <a:off x="703932" y="2254440"/>
          <a:ext cx="4234180" cy="95380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altLang="zh-CN" sz="2500" kern="1200"/>
            <a:t>ML-Conditioned Forecasting</a:t>
          </a:r>
          <a:endParaRPr lang="zh-CN" altLang="en-US" sz="2500" kern="1200"/>
        </a:p>
      </dsp:txBody>
      <dsp:txXfrm>
        <a:off x="731868" y="2282376"/>
        <a:ext cx="3209017" cy="897929"/>
      </dsp:txXfrm>
    </dsp:sp>
    <dsp:sp modelId="{06693BA1-DDB2-4714-A13B-8B73C7791F6E}">
      <dsp:nvSpPr>
        <dsp:cNvPr id="0" name=""/>
        <dsp:cNvSpPr/>
      </dsp:nvSpPr>
      <dsp:spPr>
        <a:xfrm>
          <a:off x="1058544" y="3381660"/>
          <a:ext cx="4234180" cy="95380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altLang="zh-CN" sz="2500" kern="1200"/>
            <a:t>Market-Neutral Portfolio</a:t>
          </a:r>
          <a:endParaRPr lang="zh-CN" altLang="en-US" sz="2500" kern="1200"/>
        </a:p>
      </dsp:txBody>
      <dsp:txXfrm>
        <a:off x="1086480" y="3409596"/>
        <a:ext cx="3203724" cy="897929"/>
      </dsp:txXfrm>
    </dsp:sp>
    <dsp:sp modelId="{813B28EA-AC81-4ABD-BE52-16E96699CAD8}">
      <dsp:nvSpPr>
        <dsp:cNvPr id="0" name=""/>
        <dsp:cNvSpPr/>
      </dsp:nvSpPr>
      <dsp:spPr>
        <a:xfrm>
          <a:off x="3614208" y="730525"/>
          <a:ext cx="619971" cy="619971"/>
        </a:xfrm>
        <a:prstGeom prst="downArrow">
          <a:avLst>
            <a:gd name="adj1" fmla="val 55000"/>
            <a:gd name="adj2" fmla="val 45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9370" tIns="39370" rIns="39370" bIns="39370" numCol="1" spcCol="1270" anchor="ctr" anchorCtr="0">
          <a:noAutofit/>
        </a:bodyPr>
        <a:lstStyle/>
        <a:p>
          <a:pPr marL="0" lvl="0" indent="0" algn="ctr" defTabSz="1377950">
            <a:lnSpc>
              <a:spcPct val="90000"/>
            </a:lnSpc>
            <a:spcBef>
              <a:spcPct val="0"/>
            </a:spcBef>
            <a:spcAft>
              <a:spcPct val="35000"/>
            </a:spcAft>
            <a:buNone/>
          </a:pPr>
          <a:endParaRPr lang="zh-CN" altLang="en-US" sz="3100" kern="1200"/>
        </a:p>
      </dsp:txBody>
      <dsp:txXfrm>
        <a:off x="3753701" y="730525"/>
        <a:ext cx="340985" cy="466528"/>
      </dsp:txXfrm>
    </dsp:sp>
    <dsp:sp modelId="{3F3939D7-DD2F-42C3-82F6-7C1C44B728CD}">
      <dsp:nvSpPr>
        <dsp:cNvPr id="0" name=""/>
        <dsp:cNvSpPr/>
      </dsp:nvSpPr>
      <dsp:spPr>
        <a:xfrm>
          <a:off x="3968821" y="1857745"/>
          <a:ext cx="619971" cy="619971"/>
        </a:xfrm>
        <a:prstGeom prst="downArrow">
          <a:avLst>
            <a:gd name="adj1" fmla="val 55000"/>
            <a:gd name="adj2" fmla="val 45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9370" tIns="39370" rIns="39370" bIns="39370" numCol="1" spcCol="1270" anchor="ctr" anchorCtr="0">
          <a:noAutofit/>
        </a:bodyPr>
        <a:lstStyle/>
        <a:p>
          <a:pPr marL="0" lvl="0" indent="0" algn="ctr" defTabSz="1377950">
            <a:lnSpc>
              <a:spcPct val="90000"/>
            </a:lnSpc>
            <a:spcBef>
              <a:spcPct val="0"/>
            </a:spcBef>
            <a:spcAft>
              <a:spcPct val="35000"/>
            </a:spcAft>
            <a:buNone/>
          </a:pPr>
          <a:endParaRPr lang="zh-CN" altLang="en-US" sz="3100" kern="1200"/>
        </a:p>
      </dsp:txBody>
      <dsp:txXfrm>
        <a:off x="4108314" y="1857745"/>
        <a:ext cx="340985" cy="466528"/>
      </dsp:txXfrm>
    </dsp:sp>
    <dsp:sp modelId="{3AD13D60-E416-491D-B6A7-8FBAE498F2E7}">
      <dsp:nvSpPr>
        <dsp:cNvPr id="0" name=""/>
        <dsp:cNvSpPr/>
      </dsp:nvSpPr>
      <dsp:spPr>
        <a:xfrm>
          <a:off x="4318141" y="2984965"/>
          <a:ext cx="619971" cy="619971"/>
        </a:xfrm>
        <a:prstGeom prst="downArrow">
          <a:avLst>
            <a:gd name="adj1" fmla="val 55000"/>
            <a:gd name="adj2" fmla="val 45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9370" tIns="39370" rIns="39370" bIns="39370" numCol="1" spcCol="1270" anchor="ctr" anchorCtr="0">
          <a:noAutofit/>
        </a:bodyPr>
        <a:lstStyle/>
        <a:p>
          <a:pPr marL="0" lvl="0" indent="0" algn="ctr" defTabSz="1377950">
            <a:lnSpc>
              <a:spcPct val="90000"/>
            </a:lnSpc>
            <a:spcBef>
              <a:spcPct val="0"/>
            </a:spcBef>
            <a:spcAft>
              <a:spcPct val="35000"/>
            </a:spcAft>
            <a:buNone/>
          </a:pPr>
          <a:endParaRPr lang="zh-CN" altLang="en-US" sz="3100" kern="1200"/>
        </a:p>
      </dsp:txBody>
      <dsp:txXfrm>
        <a:off x="4457634" y="2984965"/>
        <a:ext cx="340985" cy="466528"/>
      </dsp:txXfrm>
    </dsp:sp>
  </dsp:spTree>
</dsp:drawing>
</file>

<file path=ppt/diagrams/layout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327DD5F-3B7C-4E0F-99F5-204EBB34E9E0}" type="datetimeFigureOut">
              <a:rPr lang="en-GB" smtClean="0"/>
              <a:t>07/05/2026</a:t>
            </a:fld>
            <a:endParaRPr lang="en-GB"/>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A6C280C-266C-4C29-BC93-028248B28C3F}" type="slidenum">
              <a:rPr lang="en-GB" smtClean="0"/>
              <a:t>‹N°›</a:t>
            </a:fld>
            <a:endParaRPr lang="en-GB"/>
          </a:p>
        </p:txBody>
      </p:sp>
    </p:spTree>
    <p:extLst>
      <p:ext uri="{BB962C8B-B14F-4D97-AF65-F5344CB8AC3E}">
        <p14:creationId xmlns:p14="http://schemas.microsoft.com/office/powerpoint/2010/main" val="2495754017"/>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5-06T16:32:24.969"/>
    </inkml:context>
    <inkml:brush xml:id="br0">
      <inkml:brushProperty name="width" value="0.1" units="cm"/>
      <inkml:brushProperty name="height" value="0.1" units="cm"/>
      <inkml:brushProperty name="color" value="#FFFFFF"/>
    </inkml:brush>
  </inkml:definitions>
  <inkml:trace contextRef="#ctx0" brushRef="#br0">5537 16564 16383 0 0,'-1'0'0'0'0,"0"0"0"0"0,-8 0 0 0 0,-17 0 0 0 0,-27 0 0 0 0,-50 0 0 0 0,-26 0 0 0 0,-33 0 0 0 0,-35 0 0 0 0,-35 0 0 0 0,-16 0 0 0 0,9 0 0 0 0,21 0 0 0 0,34 0 0 0 0,31 0 0 0 0,28 0 0 0 0,29 0 0 0 0,28 0 0 0 0,25 0 0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5-06T16:32:24.970"/>
    </inkml:context>
    <inkml:brush xml:id="br0">
      <inkml:brushProperty name="width" value="0.1" units="cm"/>
      <inkml:brushProperty name="height" value="0.1" units="cm"/>
      <inkml:brushProperty name="color" value="#FFFFFF"/>
    </inkml:brush>
  </inkml:definitions>
  <inkml:trace contextRef="#ctx0" brushRef="#br0">6017 16612 16383 0 0,'0'-1'0'0'0,"-3"0"0"0"0,-6-1 0 0 0,-8 1 0 0 0,-17-1 0 0 0,-26 2 0 0 0,-53-1 0 0 0,-55 1 0 0 0,-38 0 0 0 0,-140 0 0 0 0,-36 0 0 0 0,9 0 0 0 0,36 0 0 0 0,35 0 0 0 0,47 0 0 0 0,50 0 0 0 0,40 0 0 0 0,34 0 0 0 0,31 0 0 0 0,29 0 0 0 0,25 0 0 0 0,19 0 0 0 0,14 0 0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5-06T16:32:24.971"/>
    </inkml:context>
    <inkml:brush xml:id="br0">
      <inkml:brushProperty name="width" value="0.1" units="cm"/>
      <inkml:brushProperty name="height" value="0.1" units="cm"/>
      <inkml:brushProperty name="color" value="#FFFFFF"/>
    </inkml:brush>
  </inkml:definitions>
  <inkml:trace contextRef="#ctx0" brushRef="#br0">5573 16493 16383 0 0,'-1'0'0'0'0,"-3"0"0"0"0,-9 0 0 0 0,-20 0 0 0 0,-32 0 0 0 0,-41 0 0 0 0,-46 0 0 0 0,-40 0 0 0 0,-36 0 0 0 0,-20 0 0 0 0,3 0 0 0 0,15 0 0 0 0,27 0 0 0 0,26 0 0 0 0,26 0 0 0 0,26 0 0 0 0,28 0 0 0 0,27 0 0 0 0,26 0 0 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5-06T16:32:24.972"/>
    </inkml:context>
    <inkml:brush xml:id="br0">
      <inkml:brushProperty name="width" value="0.1" units="cm"/>
      <inkml:brushProperty name="height" value="0.1" units="cm"/>
      <inkml:brushProperty name="color" value="#FFFFFF"/>
    </inkml:brush>
  </inkml:definitions>
  <inkml:trace contextRef="#ctx0" brushRef="#br0">5420 16557 16383 0 0,'1'0'0'0'0,"-1"0"0"0"0,-1 0 0 0 0,-4 0 0 0 0,-11 0 0 0 0,-13 0 0 0 0,-17 0 0 0 0,-19 0 0 0 0,-22 0 0 0 0,-21 0 0 0 0,-15 0 0 0 0,-1 0 0 0 0,9 0 0 0 0,14 0 0 0 0,15 0 0 0 0,18 0 0 0 0,19 0 0 0 0,20 0 0 0 0,30 0 0 0 0,45 0 0 0 0,52 0 0 0 0,83 0 0 0 0,26 0 0 0 0,15 0 0 0 0,2 0 0 0 0,-13 0 0 0 0,-14 0 0 0 0,-19 0 0 0 0,-27 0 0 0 0,-30-2 0 0 0,-32-3 0 0 0,-30-2 0 0 0,-23-1 0 0 0,-33-3 0 0 0,-47-4 0 0 0,-78-2 0 0 0,-106-1 0 0 0,-87 4 0 0 0,-50 3 0 0 0,-15 4 0 0 0,13 3 0 0 0,35 3 0 0 0,48 4 0 0 0,49 3 0 0 0,50 3 0 0 0,47 2 0 0 0,43 1 0 0 0,36 0 0 0 0,28-1 0 0 0,19-1 0 0 0,19-1 0 0 0,30 2 0 0 0,42 1 0 0 0,47 4 0 0 0,40 4 0 0 0,33 0 0 0 0,27 2 0 0 0,9-1 0 0 0,-14-2 0 0 0,-21-1 0 0 0,-22-4 0 0 0,-25-5 0 0 0,-27-3 0 0 0,-28-2 0 0 0,-27-4 0 0 0,-25-1 0 0 0,-18-4 0 0 0,-14-1 0 0 0,-13-2 0 0 0,-18-3 0 0 0,-24-1 0 0 0,-30 0 0 0 0,-29 0 0 0 0,-30 3 0 0 0,-23 2 0 0 0,-6 3 0 0 0,6 2 0 0 0,11 1 0 0 0,12 2 0 0 0,17 3 0 0 0,21 4 0 0 0,22 2 0 0 0,22 1 0 0 0,19 0 0 0 0,14 0 0 0 0,17 2 0 0 0,20 0 0 0 0,27 0 0 0 0,29 1 0 0 0,29-1 0 0 0,16-2 0 0 0,2-4 0 0 0,-1-2 0 0 0,-8-2 0 0 0,-14-4 0 0 0,-19-5 0 0 0,-21-4 0 0 0,-20-7 0 0 0,-19-4 0 0 0,-20-3 0 0 0,-30-2 0 0 0,-35-1 0 0 0,-33 2 0 0 0,-31 4 0 0 0,-12 5 0 0 0,0 5 0 0 0,10 5 0 0 0,15 4 0 0 0,20 1 0 0 0,22 2 0 0 0,27 0 0 0 0,33 0 0 0 0,46 0 0 0 0,54-1 0 0 0,50 1 0 0 0,40-1 0 0 0,25 0 0 0 0,2-4 0 0 0,-9-4 0 0 0,-20-5 0 0 0,-26-3 0 0 0,-31-2 0 0 0,-30 2 0 0 0,-31 0 0 0 0,-24 2 0 0 0,-25 0 0 0 0,-33 0 0 0 0,-40 2 0 0 0,-42 1 0 0 0,-38 3 0 0 0,-29 3 0 0 0,-15 2 0 0 0,1 3 0 0 0,9 4 0 0 0,17 3 0 0 0,23 2 0 0 0,29 3 0 0 0,29-1 0 0 0,26 0 0 0 0,23 0 0 0 0,15-1 0 0 0,22 1 0 0 0,35 5 0 0 0,49 9 0 0 0,58 9 0 0 0,51 4 0 0 0,25-2 0 0 0,8-3 0 0 0,-1-6 0 0 0,-2-7 0 0 0,-32-8 0 0 0,-38-5 0 0 0,-38-4 0 0 0,-38-2 0 0 0,-31-3 0 0 0,-31-3 0 0 0,-39-5 0 0 0,-41-2 0 0 0,-33-2 0 0 0,-31 2 0 0 0,-24 0 0 0 0,-17 1 0 0 0,-2 1 0 0 0,8 2 0 0 0,11 3 0 0 0,17 2 0 0 0,18 1 0 0 0,21 1 0 0 0,20 2 0 0 0,21-1 0 0 0,22 1 0 0 0,24 1 0 0 0,26 3 0 0 0,30 2 0 0 0,26 0 0 0 0,14-1 0 0 0,6-1 0 0 0,-2-1 0 0 0,-7-3 0 0 0,-14 0 0 0 0,-17-1 0 0 0,-18-3 0 0 0,-15-3 0 0 0,-14-3 0 0 0,-14-2 0 0 0,-21-2 0 0 0,-23 1 0 0 0,-24 1 0 0 0,-19 3 0 0 0,-11 3 0 0 0,-2 1 0 0 0,0 3 0 0 0,7 1 0 0 0,12 3 0 0 0,16 3 0 0 0,16 3 0 0 0,18 2 0 0 0,13 1 0 0 0,20 3 0 0 0,33 5 0 0 0,60 8 0 0 0,77 9 0 0 0,53 1 0 0 0,19-6 0 0 0,-3-8 0 0 0,-10-8 0 0 0,-16-6 0 0 0,-31-6 0 0 0,-37-3 0 0 0,-36-3 0 0 0,-35-2 0 0 0,-30-4 0 0 0,-34-7 0 0 0,-33-3 0 0 0,-40-4 0 0 0,-73-1 0 0 0,-58 0 0 0 0,-62 2 0 0 0,-25 4 0 0 0,-14 6 0 0 0,5 4 0 0 0,17 4 0 0 0,22 2 0 0 0,31 1 0 0 0,37 1 0 0 0,42 0 0 0 0,39-1 0 0 0,35 1 0 0 0,28-1 0 0 0,30-2 0 0 0,50-6 0 0 0,75-8 0 0 0,77-10 0 0 0,55-8 0 0 0,26-3 0 0 0,1 0 0 0 0,-19 3 0 0 0,-25 4 0 0 0,-35 3 0 0 0,-41 7 0 0 0,-42 4 0 0 0,-38 5 0 0 0,-32 4 0 0 0,-28 2 0 0 0,-31 3 0 0 0,-39 1 0 0 0,-49 0 0 0 0,-49 2 0 0 0,-42 1 0 0 0,-16 4 0 0 0,7 7 0 0 0,12 9 0 0 0,18 5 0 0 0,24 3 0 0 0,30-1 0 0 0,30-2 0 0 0,28-5 0 0 0,24-3 0 0 0,23-4 0 0 0,39-1 0 0 0,66 1 0 0 0,85-1 0 0 0,77-2 0 0 0,42-3 0 0 0,4-3 0 0 0,-17-3 0 0 0,-23-1 0 0 0,-29-2 0 0 0,-36 0 0 0 0,-37-1 0 0 0,-41-2 0 0 0,-38-3 0 0 0,-33-2 0 0 0,-33-6 0 0 0,-43-3 0 0 0,-48-3 0 0 0,-48-2 0 0 0,-56 3 0 0 0,-56 5 0 0 0,-42 5 0 0 0,16 4 0 0 0,26 3 0 0 0,13 10 0 0 0,38 4 0 0 0,40 3 0 0 0,37-1 0 0 0,33 0 0 0 0,30-2 0 0 0,24-3 0 0 0,33-3 0 0 0,39-2 0 0 0,33-3 0 0 0,20-2 0 0 0,10-1 0 0 0,5-3 0 0 0,-1-3 0 0 0,-11-1 0 0 0,-18-2 0 0 0,-20 0 0 0 0,-21 1 0 0 0,-17 0 0 0 0,-16 0 0 0 0,-25-1 0 0 0,-37-3 0 0 0,-39-2 0 0 0,-33 2 0 0 0,-21 0 0 0 0,-10 3 0 0 0,-2 3 0 0 0,5 3 0 0 0,12 2 0 0 0,21 1 0 0 0,24 2 0 0 0,25 0 0 0 0,23 1 0 0 0,18 0 0 0 0,18 1 0 0 0,18 3 0 0 0,26 2 0 0 0,29 2 0 0 0,29 3 0 0 0,21 2 0 0 0,7 0 0 0 0,0-3 0 0 0,-9-2 0 0 0,-12-3 0 0 0,-18-3 0 0 0,-19-2 0 0 0,-17 0 0 0 0,-16-2 0 0 0,-13 1 0 0 0,-14-1 0 0 0,-17 1 0 0 0,-15-1 0 0 0,-11 1 0 0 0,-7 0 0 0 0,-4 0 0 0 0,0 0 0 0 0,1 0 0 0 0,6 0 0 0 0,5 0 0 0 0,9 0 0 0 0,9 0 0 0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5-06T16:32:28.953"/>
    </inkml:context>
    <inkml:brush xml:id="br0">
      <inkml:brushProperty name="width" value="0.1" units="cm"/>
      <inkml:brushProperty name="height" value="0.1" units="cm"/>
      <inkml:brushProperty name="color" value="#FFFFFF"/>
    </inkml:brush>
  </inkml:definitions>
  <inkml:trace contextRef="#ctx0" brushRef="#br0">5476 16555 16383 0 0,'-1'0'0'0'0,"-3"0"0"0"0,-9 0 0 0 0,-20 0 0 0 0,-25 0 0 0 0,-29 0 0 0 0,-35 0 0 0 0,-30 0 0 0 0,-16 0 0 0 0,-5 0 0 0 0,9 0 0 0 0,14 0 0 0 0,17 0 0 0 0,19 0 0 0 0,24 0 0 0 0,25 0 0 0 0,20 0 0 0 0,17 0 0 0 0,12 0 0 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5-06T16:32:28.954"/>
    </inkml:context>
    <inkml:brush xml:id="br0">
      <inkml:brushProperty name="width" value="0.1" units="cm"/>
      <inkml:brushProperty name="height" value="0.1" units="cm"/>
      <inkml:brushProperty name="color" value="#FFFFFF"/>
    </inkml:brush>
  </inkml:definitions>
  <inkml:trace contextRef="#ctx0" brushRef="#br0">5090 16542 16383 0 0,'1'-1'0'0'0,"-1"-1"0"0"0,-3 1 0 0 0,-6-1 0 0 0,-9 1 0 0 0,-13 0 0 0 0,-25 0 0 0 0,-31 1 0 0 0,-26-3 0 0 0,-17 0 0 0 0,-5-1 0 0 0,2 1 0 0 0,6 1 0 0 0,11 1 0 0 0,16 0 0 0 0,18 1 0 0 0,18 0 0 0 0,17 0 0 0 0,18 0 0 0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5-06T16:32:28.955"/>
    </inkml:context>
    <inkml:brush xml:id="br0">
      <inkml:brushProperty name="width" value="0.1" units="cm"/>
      <inkml:brushProperty name="height" value="0.1" units="cm"/>
      <inkml:brushProperty name="color" value="#FFFFFF"/>
    </inkml:brush>
  </inkml:definitions>
  <inkml:trace contextRef="#ctx0" brushRef="#br0">3933 16758 16383 0 0,'0'0'0'0'0,"3"0"0"0"0,2 0 0 0 0,4 0 0 0 0,16 0 0 0 0,25 0 0 0 0,26 0 0 0 0,50 0 0 0 0,16 0 0 0 0,6 0 0 0 0,2 0 0 0 0,4 0 0 0 0,18 0 0 0 0,-19 0 0 0 0,-25 0 0 0 0,-19 0 0 0 0,-18 0 0 0 0,-21 0 0 0 0,-20 0 0 0 0,-20 0 0 0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5-06T16:32:28.956"/>
    </inkml:context>
    <inkml:brush xml:id="br0">
      <inkml:brushProperty name="width" value="0.1" units="cm"/>
      <inkml:brushProperty name="height" value="0.1" units="cm"/>
      <inkml:brushProperty name="color" value="#FFFFFF"/>
    </inkml:brush>
  </inkml:definitions>
  <inkml:trace contextRef="#ctx0" brushRef="#br0">5383 16534 16383 0 0,'-3'-1'0'0'0,"-3"-1"0"0"0,-9 0 0 0 0,-4 0 0 0 0,-8 1 0 0 0,-21 0 0 0 0,-33 0 0 0 0,-37 1 0 0 0,-36 0 0 0 0,-33 0 0 0 0,-24 0 0 0 0,-10 0 0 0 0,15 0 0 0 0,26 0 0 0 0,26 0 0 0 0,23 0 0 0 0,24 0 0 0 0,26 0 0 0 0,24 0 0 0 0,21 0 0 0 0,18 0 0 0 0,26 0 0 0 0,35 1 0 0 0,44 4 0 0 0,53 6 0 0 0,45 10 0 0 0,44 8 0 0 0,32 5 0 0 0,16 5 0 0 0,5 1 0 0 0,36 2 0 0 0,-15-4 0 0 0,-24-6 0 0 0,-36-5 0 0 0,-44-7 0 0 0,-37-7 0 0 0,-34-5 0 0 0,-32-4 0 0 0,-27-3 0 0 0,-24-1 0 0 0,-25-2 0 0 0,-38-2 0 0 0,-42 1 0 0 0,-39 0 0 0 0,-38 1 0 0 0,-31 1 0 0 0,-10 0 0 0 0,3 1 0 0 0,7 0 0 0 0,20 0 0 0 0,26 0 0 0 0,28 0 0 0 0,27 0 0 0 0,24 0 0 0 0,19 0 0 0 0,15 0 0 0 0,13 0 0 0 0,10 0 0 0 0,9-3 0 0 0,5-5 0 0 0,2-6 0 0 0,-3-8 0 0 0,-4-9 0 0 0,-6-9 0 0 0,-10-8 0 0 0,-23-8 0 0 0,-32-2 0 0 0,-33 2 0 0 0,-29 7 0 0 0,-21 10 0 0 0,-8 11 0 0 0,-1 10 0 0 0,6 8 0 0 0,13 6 0 0 0,16 3 0 0 0,22 2 0 0 0,20 1 0 0 0,21 1 0 0 0,17 0 0 0 0,15 0 0 0 0,16-1 0 0 0,31 0 0 0 0,42-1 0 0 0,39 0 0 0 0,38-1 0 0 0,24-1 0 0 0,2-3 0 0 0,-9-1 0 0 0,-18-3 0 0 0,-24 1 0 0 0,-29-1 0 0 0,-27 2 0 0 0,-26 0 0 0 0,-27 2 0 0 0,-38 2 0 0 0,-70 9 0 0 0,-30 7 0 0 0,-27 8 0 0 0,-16 9 0 0 0,-4 4 0 0 0,2 4 0 0 0,11 0 0 0 0,18-2 0 0 0,23-7 0 0 0,25-6 0 0 0,26-6 0 0 0,22-4 0 0 0,17-4 0 0 0,20-3 0 0 0,31-2 0 0 0,46-2 0 0 0,42-2 0 0 0,28-1 0 0 0,16-3 0 0 0,0-4 0 0 0,-10-7 0 0 0,-19-3 0 0 0,-24 0 0 0 0,-26 0 0 0 0,-25 3 0 0 0,-21 1 0 0 0,-20 1 0 0 0,-22 2 0 0 0,-31 0 0 0 0,-38 1 0 0 0,-37 2 0 0 0,-36 3 0 0 0,-26 1 0 0 0,-8 2 0 0 0,3 0 0 0 0,11 1 0 0 0,19 1 0 0 0,24-1 0 0 0,28 1 0 0 0,27 1 0 0 0,24 2 0 0 0,21 2 0 0 0,30 0 0 0 0,57 0 0 0 0,91-1 0 0 0,96-6 0 0 0,59-11 0 0 0,12-13 0 0 0,-19-11 0 0 0,-26-7 0 0 0,-39-4 0 0 0,-42 1 0 0 0,-43 0 0 0 0,-45 4 0 0 0,-51 9 0 0 0,-56 10 0 0 0,-52 8 0 0 0,-48 7 0 0 0,-39 5 0 0 0,-18 4 0 0 0,-1 3 0 0 0,6 6 0 0 0,9 5 0 0 0,11 7 0 0 0,23 0 0 0 0,23-1 0 0 0,24-4 0 0 0,20-2 0 0 0,15-3 0 0 0,11-2 0 0 0,9-1 0 0 0,6-1 0 0 0,8-1 0 0 0,10-1 0 0 0,9 0 0 0 0,6-2 0 0 0,2-1 0 0 0,0-1 0 0 0,-5-1 0 0 0,-12-1 0 0 0,-32 0 0 0 0,-47 0 0 0 0,-43 1 0 0 0,-36 5 0 0 0,-19 6 0 0 0,-3 7 0 0 0,5 6 0 0 0,17 3 0 0 0,24 1 0 0 0,28 1 0 0 0,29-1 0 0 0,26-1 0 0 0,30-2 0 0 0,41 0 0 0 0,44-1 0 0 0,37-2 0 0 0,30-3 0 0 0,18-4 0 0 0,1-5 0 0 0,-6-4 0 0 0,-14-3 0 0 0,-17-3 0 0 0,-23-2 0 0 0,-23-4 0 0 0,-24-5 0 0 0,-19-3 0 0 0,-18-5 0 0 0,-17-3 0 0 0,-27-3 0 0 0,-38-4 0 0 0,-37 1 0 0 0,-30 4 0 0 0,-24 7 0 0 0,-9 5 0 0 0,6 5 0 0 0,9 4 0 0 0,14 1 0 0 0,20 2 0 0 0,22 0 0 0 0,22 1 0 0 0,23-1 0 0 0,17 2 0 0 0,20 2 0 0 0,42 6 0 0 0,62 7 0 0 0,66 4 0 0 0,43 1 0 0 0,21-1 0 0 0,-13-4 0 0 0,-17-3 0 0 0,-25-4 0 0 0,-32-4 0 0 0,-32-3 0 0 0,-33-2 0 0 0,-31-3 0 0 0,-36-2 0 0 0,-46-4 0 0 0,-60-2 0 0 0,-69 0 0 0 0,-54 2 0 0 0,-33 2 0 0 0,-9 2 0 0 0,12 1 0 0 0,19 2 0 0 0,26 1 0 0 0,33 4 0 0 0,37 2 0 0 0,39 2 0 0 0,36 0 0 0 0,35-3 0 0 0,42-1 0 0 0,59-1 0 0 0,62-3 0 0 0,52-2 0 0 0,38-5 0 0 0,20-5 0 0 0,-7-5 0 0 0,-21-3 0 0 0,-29-3 0 0 0,-34 0 0 0 0,-39 1 0 0 0,-36 3 0 0 0,-32 0 0 0 0,-33 1 0 0 0,-40-2 0 0 0,-47-3 0 0 0,-47 0 0 0 0,-35 3 0 0 0,-23 5 0 0 0,-6 4 0 0 0,3 5 0 0 0,9 2 0 0 0,17 2 0 0 0,26 2 0 0 0,28 0 0 0 0,28 0 0 0 0,32-1 0 0 0,39 1 0 0 0,55 1 0 0 0,57 1 0 0 0,36 1 0 0 0,17 0 0 0 0,3-1 0 0 0,-11-1 0 0 0,-20 0 0 0 0,-25-1 0 0 0,-29-1 0 0 0,-28 0 0 0 0,-32 0 0 0 0,-44-1 0 0 0,-83 1 0 0 0,-38 1 0 0 0,-29 4 0 0 0,-17 3 0 0 0,0 4 0 0 0,6 1 0 0 0,14 2 0 0 0,22 0 0 0 0,28 0 0 0 0,29-2 0 0 0,30-2 0 0 0,32-3 0 0 0,46-2 0 0 0,51-3 0 0 0,43-2 0 0 0,26-1 0 0 0,13 0 0 0 0,3-1 0 0 0,-2 1 0 0 0,-13-1 0 0 0,-23 1 0 0 0,-25 0 0 0 0,-26-1 0 0 0,-23 1 0 0 0,-18 0 0 0 0,-14 0 0 0 0,-13 0 0 0 0,-16 0 0 0 0,-19 1 0 0 0,-20 1 0 0 0,-12 1 0 0 0,-8 2 0 0 0,-2 0 0 0 0,2-1 0 0 0,8-1 0 0 0,12-1 0 0 0,11-1 0 0 0,13 0 0 0 0,10 1 0 0 0,10-1 0 0 0,16 1 0 0 0,30-1 0 0 0,46 0 0 0 0,45-1 0 0 0,33 0 0 0 0,15 0 0 0 0,1-1 0 0 0,-8-2 0 0 0,-15-4 0 0 0,-22-2 0 0 0,-29-1 0 0 0,-29-2 0 0 0,-27-1 0 0 0,-30-2 0 0 0,-45 1 0 0 0,-62 2 0 0 0,-73 3 0 0 0,-70 3 0 0 0,-48 3 0 0 0,-19 3 0 0 0,5 5 0 0 0,21 8 0 0 0,28 7 0 0 0,39 4 0 0 0,37 1 0 0 0,46-3 0 0 0,41-4 0 0 0,38-4 0 0 0,48-4 0 0 0,47-7 0 0 0,37-8 0 0 0,29-9 0 0 0,12-6 0 0 0,-2-1 0 0 0,-4 1 0 0 0,-7 5 0 0 0,-4 4 0 0 0,-5 4 0 0 0,-15 4 0 0 0,-15 4 0 0 0,-11 6 0 0 0,-10 8 0 0 0,-7 6 0 0 0,-7 4 0 0 0,-5-1 0 0 0,-5-1 0 0 0,-2-3 0 0 0,-1-2 0 0 0,3-4 0 0 0,2-3 0 0 0,2-3 0 0 0,-1-4 0 0 0,-1-2 0 0 0,-4-1 0 0 0,-5-1 0 0 0,-5-1 0 0 0,-6-2 0 0 0,-4-1 0 0 0,-6-3 0 0 0,-14-3 0 0 0,-29-4 0 0 0,-33 0 0 0 0,-28 3 0 0 0,-28 2 0 0 0,-21 3 0 0 0,-4 3 0 0 0,4 1 0 0 0,11 3 0 0 0,19 2 0 0 0,22 2 0 0 0,26 3 0 0 0,23 0 0 0 0,20 1 0 0 0,17 0 0 0 0,19 1 0 0 0,24 0 0 0 0,25 1 0 0 0,28 1 0 0 0,21 1 0 0 0,11-2 0 0 0,1-3 0 0 0,-5-2 0 0 0,-11-3 0 0 0,-16-1 0 0 0,-17-3 0 0 0,-19-4 0 0 0,-16-4 0 0 0,-18-5 0 0 0,-23-3 0 0 0,-45-7 0 0 0,-25-3 0 0 0,-28 1 0 0 0,-45 1 0 0 0,-9 5 0 0 0,-5 4 0 0 0,5 5 0 0 0,15 3 0 0 0,14 1 0 0 0,17 3 0 0 0,17 1 0 0 0,19 2 0 0 0,19 0 0 0 0,19 1 0 0 0,18 0 0 0 0,21 1 0 0 0,21-1 0 0 0,19-1 0 0 0,12-2 0 0 0,6-1 0 0 0,-1-1 0 0 0,-6-2 0 0 0,-8 1 0 0 0,-9 0 0 0 0,-10 1 0 0 0,-8 0 0 0 0,-4 2 0 0 0,-3 1 0 0 0,3 0 0 0 0,7 2 0 0 0,13 0 0 0 0,18 3 0 0 0,15 3 0 0 0,8 2 0 0 0,4 2 0 0 0,2-1 0 0 0,-2-2 0 0 0,-5-2 0 0 0,-10-2 0 0 0,-12-2 0 0 0,-11 0 0 0 0,-11-1 0 0 0,-11-1 0 0 0,-12 1 0 0 0,-14 0 0 0 0,-13-1 0 0 0,-13 1 0 0 0,-10 0 0 0 0,-5 0 0 0 0,-2 0 0 0 0,0 0 0 0 0,2 0 0 0 0,7 0 0 0 0,7 0 0 0 0,8 0 0 0 0,7 0 0 0 0,7 1 0 0 0,7 1 0 0 0,5 2 0 0 0,9 1 0 0 0,14 2 0 0 0,15 0 0 0 0,12 0 0 0 0,11-1 0 0 0,6-1 0 0 0,0-3 0 0 0,-5 0 0 0 0,-9-1 0 0 0,-10-2 0 0 0,-12-2 0 0 0,-9-4 0 0 0,-14-2 0 0 0,-23-4 0 0 0,-29-2 0 0 0,-28 1 0 0 0,-18 3 0 0 0,-10 3 0 0 0,-4 3 0 0 0,5 2 0 0 0,11 2 0 0 0,14 1 0 0 0,18 0 0 0 0,17 1 0 0 0,18 0 0 0 0,20-1 0 0 0,26 0 0 0 0,32 1 0 0 0,31-1 0 0 0,22 0 0 0 0,10 0 0 0 0,-1 0 0 0 0,-4 0 0 0 0,-11 0 0 0 0,-15 0 0 0 0,-18 0 0 0 0,-18 0 0 0 0,-17-1 0 0 0,-13 0 0 0 0,-12-2 0 0 0,-11 0 0 0 0,-13 0 0 0 0,-14 0 0 0 0,-10 1 0 0 0,-7 1 0 0 0,-4 1 0 0 0,0-1 0 0 0,4 1 0 0 0,5 1 0 0 0,8 1 0 0 0,8 0 0 0 0,9 2 0 0 0,8 0 0 0 0,5 0 0 0 0,5-1 0 0 0,8 0 0 0 0,14-2 0 0 0,7 0 0 0 0,7 0 0 0 0,2-1 0 0 0,-2 0 0 0 0,-4 0 0 0 0,-7-1 0 0 0,-10-2 0 0 0,-21-2 0 0 0,-27-1 0 0 0,-31-2 0 0 0,-19 0 0 0 0,-10 1 0 0 0,-3 2 0 0 0,4 1 0 0 0,9 2 0 0 0,15 1 0 0 0,15 1 0 0 0,15 0 0 0 0,15 0 0 0 0,14 1 0 0 0,17-1 0 0 0,21 1 0 0 0,23 1 0 0 0,18 3 0 0 0,12 3 0 0 0,6 1 0 0 0,0 1 0 0 0,-4 0 0 0 0,-10-2 0 0 0,-13-2 0 0 0,-16-2 0 0 0,-13-2 0 0 0,-15-1 0 0 0,-15-1 0 0 0,-18 0 0 0 0,-16 0 0 0 0,-14-1 0 0 0,-8 1 0 0 0,-4 0 0 0 0,2 0 0 0 0,5 0 0 0 0,7-1 0 0 0,10 1 0 0 0,10 1 0 0 0,11 1 0 0 0,14 2 0 0 0,19 2 0 0 0,18 3 0 0 0,14 1 0 0 0,11 2 0 0 0,7 0 0 0 0,1 1 0 0 0,-5-1 0 0 0,-7-3 0 0 0,-10-2 0 0 0,-12-3 0 0 0,-10-2 0 0 0,-11-2 0 0 0,-7-2 0 0 0,-9-5 0 0 0,-12-4 0 0 0,-20-3 0 0 0,-10 0 0 0 0,-12 3 0 0 0,-3 3 0 0 0,0 3 0 0 0,4 3 0 0 0,6 1 0 0 0,9 1 0 0 0,9 1 0 0 0,9 2 0 0 0,8 2 0 0 0,7 5 0 0 0,5 6 0 0 0,11 5 0 0 0,19 6 0 0 0,34 7 0 0 0,32 4 0 0 0,24-5 0 0 0,16-6 0 0 0,6-9 0 0 0,-6-7 0 0 0,-13-6 0 0 0,-21-3 0 0 0,-22-5 0 0 0,-22-3 0 0 0,-22-6 0 0 0,-21-5 0 0 0,-30-3 0 0 0,-32-2 0 0 0,-32 1 0 0 0,-34 4 0 0 0,-30 4 0 0 0,-16 4 0 0 0,0 5 0 0 0,12 1 0 0 0,14 3 0 0 0,19 1 0 0 0,23-1 0 0 0,24 1 0 0 0,20 0 0 0 0,18 0 0 0 0,17 0 0 0 0,24 0 0 0 0,35 3 0 0 0,45 0 0 0 0,42 2 0 0 0,31-1 0 0 0,15 1 0 0 0,-1 1 0 0 0,-6 1 0 0 0,-14-1 0 0 0,-21-2 0 0 0,-27-1 0 0 0,-26-2 0 0 0,-26-1 0 0 0,-22 0 0 0 0,-18-2 0 0 0,-26-3 0 0 0,-36-5 0 0 0,-39-3 0 0 0,-30 1 0 0 0,-25 2 0 0 0,-16 2 0 0 0,-2 3 0 0 0,9 2 0 0 0,10 1 0 0 0,25 1 0 0 0,27 0 0 0 0,24 1 0 0 0,23-1 0 0 0,30 2 0 0 0,43 3 0 0 0,52 3 0 0 0,43 2 0 0 0,29 1 0 0 0,13 1 0 0 0,-2-3 0 0 0,-10-3 0 0 0,-16-1 0 0 0,-23-3 0 0 0,-25-1 0 0 0,-27-1 0 0 0,-24-1 0 0 0,-22-5 0 0 0,-26-5 0 0 0,-37-5 0 0 0,-42-5 0 0 0,-39 0 0 0 0,-23 4 0 0 0,-13 4 0 0 0,-1 5 0 0 0,4 3 0 0 0,13 3 0 0 0,19 1 0 0 0,24 2 0 0 0,25 0 0 0 0,24 0 0 0 0,26 0 0 0 0,31 2 0 0 0,41 2 0 0 0,46 0 0 0 0,34 0 0 0 0,18-1 0 0 0,5-2 0 0 0,-3 0 0 0 0,-14-2 0 0 0,-21 1 0 0 0,-24-1 0 0 0,-25-1 0 0 0,-25 1 0 0 0,-33 0 0 0 0,-38 0 0 0 0,-37 0 0 0 0,-34 0 0 0 0,-26 0 0 0 0,-11 3 0 0 0,-2 4 0 0 0,4 5 0 0 0,13 5 0 0 0,20 1 0 0 0,23-1 0 0 0,23-2 0 0 0,21-2 0 0 0,15-2 0 0 0,19-1 0 0 0,26 1 0 0 0,36 0 0 0 0,49 0 0 0 0,14-1 0 0 0,9-3 0 0 0,2-3 0 0 0,-4-1 0 0 0,-13-2 0 0 0,-14-1 0 0 0,-24-1 0 0 0,-22-2 0 0 0,-20-2 0 0 0,-16-2 0 0 0,-12-3 0 0 0,-18-3 0 0 0,-31-1 0 0 0,-34 0 0 0 0,-28 2 0 0 0,-18 4 0 0 0,-7 2 0 0 0,-1 3 0 0 0,4 2 0 0 0,11 1 0 0 0,16 0 0 0 0,21 1 0 0 0,20 1 0 0 0,19 0 0 0 0,15 1 0 0 0,12 2 0 0 0,15 1 0 0 0,22 0 0 0 0,29-1 0 0 0,25-1 0 0 0,16-2 0 0 0,11-2 0 0 0,4-4 0 0 0,-5-5 0 0 0,-12-3 0 0 0,-16-5 0 0 0,-19-1 0 0 0,-18-2 0 0 0,-20 0 0 0 0,-22 0 0 0 0,-31 1 0 0 0,-34 1 0 0 0,-26 4 0 0 0,-16 4 0 0 0,-7 3 0 0 0,-1 4 0 0 0,7 2 0 0 0,14 1 0 0 0,16 1 0 0 0,21 2 0 0 0,18 1 0 0 0,16 2 0 0 0,15 1 0 0 0,22 2 0 0 0,33 3 0 0 0,32 4 0 0 0,21 1 0 0 0,10 0 0 0 0,4 0 0 0 0,-3-2 0 0 0,-8-3 0 0 0,-14-4 0 0 0,-18-2 0 0 0,-18-4 0 0 0,-18-1 0 0 0,-14-1 0 0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5-06T16:32:28.957"/>
    </inkml:context>
    <inkml:brush xml:id="br0">
      <inkml:brushProperty name="width" value="0.1" units="cm"/>
      <inkml:brushProperty name="height" value="0.1" units="cm"/>
      <inkml:brushProperty name="color" value="#FFFFFF"/>
    </inkml:brush>
  </inkml:definitions>
  <inkml:trace contextRef="#ctx0" brushRef="#br0">3549 16724 16383 0 0,'2'0'0'0'0,"2"0"0"0"0,7 0 0 0 0,9 0 0 0 0,14 0 0 0 0,32 0 0 0 0,50 0 0 0 0,54 0 0 0 0,46 0 0 0 0,23 0 0 0 0,2 0 0 0 0,-12 0 0 0 0,-21 0 0 0 0,-24 0 0 0 0,-29 0 0 0 0,-34 0 0 0 0,-32 0 0 0 0,-30 0 0 0 0,-25 0 0 0 0,-23 0 0 0 0,-29-1 0 0 0,-38-6 0 0 0,-50-7 0 0 0,-54-8 0 0 0,-54-8 0 0 0,-39-3 0 0 0,-17 0 0 0 0,4 2 0 0 0,23 5 0 0 0,30 5 0 0 0,32 5 0 0 0,35 4 0 0 0,36 4 0 0 0,28 3 0 0 0,31 3 0 0 0,31 1 0 0 0,28 1 0 0 0,28 1 0 0 0,21 1 0 0 0,16 2 0 0 0,7 2 0 0 0,6 3 0 0 0,12 3 0 0 0,-5 2 0 0 0,-5 1 0 0 0,2 4 0 0 0,-8 0 0 0 0,-7-1 0 0 0,-7 0 0 0 0,-9 0 0 0 0,-7-2 0 0 0,-8 0 0 0 0,-7-3 0 0 0,-7-1 0 0 0,-7-1 0 0 0,-5-2 0 0 0,-5-3 0 0 0,-3-1 0 0 0,-1-1 0 0 0,-2-2 0 0 0,-1 0 0 0 0,0-1 0 0 0,4 1 0 0 0,11 1 0 0 0,22 2 0 0 0,28 1 0 0 0,26 1 0 0 0,24-2 0 0 0,17-1 0 0 0,5-1 0 0 0,-5-1 0 0 0,-10-2 0 0 0,-17 0 0 0 0,-19-2 0 0 0,-22-4 0 0 0,-21-2 0 0 0,-19-1 0 0 0,-17 1 0 0 0,-20-1 0 0 0,-28 0 0 0 0,-37-1 0 0 0,-46 1 0 0 0,-62 1 0 0 0,-67 3 0 0 0,-49 2 0 0 0,-23 1 0 0 0,-8 2 0 0 0,15 0 0 0 0,36 4 0 0 0,39 2 0 0 0,41 4 0 0 0,41 1 0 0 0,38-1 0 0 0,35-2 0 0 0,29-1 0 0 0,23-1 0 0 0,17-3 0 0 0,17-1 0 0 0,23-1 0 0 0,32-1 0 0 0,37 0 0 0 0,70 0 0 0 0,35-2 0 0 0,42-3 0 0 0,22 0 0 0 0,7 1 0 0 0,-10 0 0 0 0,-26 2 0 0 0,-17 1 0 0 0,-38 0 0 0 0,-38 1 0 0 0,-34 0 0 0 0,-34 0 0 0 0,-27 1 0 0 0,-23-1 0 0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5-06T16:32:29.250"/>
    </inkml:context>
    <inkml:brush xml:id="br0">
      <inkml:brushProperty name="width" value="0.1" units="cm"/>
      <inkml:brushProperty name="height" value="0.1" units="cm"/>
      <inkml:brushProperty name="color" value="#FFFFFF"/>
    </inkml:brush>
  </inkml:definitions>
  <inkml:trace contextRef="#ctx0" brushRef="#br0">5577 16546 16383 0 0,'1'0'0'0'0,"0"0"0"0"0,-9 0 0 0 0,-16 0 0 0 0,-23 0 0 0 0,-37 0 0 0 0,-48 0 0 0 0,-43 0 0 0 0,-16 0 0 0 0,-12 0 0 0 0,-17 0 0 0 0,8 0 0 0 0,22 0 0 0 0,27 0 0 0 0,32 0 0 0 0,32 0 0 0 0,30 0 0 0 0,25 0 0 0 0,20 0 0 0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5-06T16:32:29.251"/>
    </inkml:context>
    <inkml:brush xml:id="br0">
      <inkml:brushProperty name="width" value="0.1" units="cm"/>
      <inkml:brushProperty name="height" value="0.1" units="cm"/>
      <inkml:brushProperty name="color" value="#FFFFFF"/>
    </inkml:brush>
  </inkml:definitions>
  <inkml:trace contextRef="#ctx0" brushRef="#br0">5770 16562 16383 0 0,'1'-1'0'0'0,"0"-1"0"0"0,-3 0 0 0 0,-7 1 0 0 0,-9 0 0 0 0,-10 0 0 0 0,-8 0 0 0 0,-11 1 0 0 0,-7 0 0 0 0,-7 0 0 0 0,-7 0 0 0 0,-8 0 0 0 0,-11 0 0 0 0,-11 0 0 0 0,-9 0 0 0 0,1 0 0 0 0,7 0 0 0 0,5 0 0 0 0,10 0 0 0 0,10 0 0 0 0,12 0 0 0 0,15 0 0 0 0,13 0 0 0 0,10 0 0 0 0,8 0 0 0 0,5 0 0 0 0,2 0 0 0 0,1 0 0 0 0,-1 0 0 0 0,-1 0 0 0 0,-2 0 0 0 0,-1-3 0 0 0,1 0 0 0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5-06T16:32:29.252"/>
    </inkml:context>
    <inkml:brush xml:id="br0">
      <inkml:brushProperty name="width" value="0.1" units="cm"/>
      <inkml:brushProperty name="height" value="0.1" units="cm"/>
      <inkml:brushProperty name="color" value="#FFFFFF"/>
    </inkml:brush>
  </inkml:definitions>
  <inkml:trace contextRef="#ctx0" brushRef="#br0">5389 16434 16383 0 0,'1'0'0'0'0,"-2"0"0"0"0,-7 0 0 0 0,-13 0 0 0 0,-28 0 0 0 0,-39 0 0 0 0,-27 0 0 0 0,-14 0 0 0 0,-10 0 0 0 0,-3 0 0 0 0,9 0 0 0 0,14 0 0 0 0,16 0 0 0 0,19 0 0 0 0,21 0 0 0 0,19 0 0 0 0,16 0 0 0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5-06T16:32:29.253"/>
    </inkml:context>
    <inkml:brush xml:id="br0">
      <inkml:brushProperty name="width" value="0.1" units="cm"/>
      <inkml:brushProperty name="height" value="0.1" units="cm"/>
      <inkml:brushProperty name="color" value="#FFFFFF"/>
    </inkml:brush>
  </inkml:definitions>
  <inkml:trace contextRef="#ctx0" brushRef="#br0">5452 16505 16383 0 0,'-1'0'0'0'0,"-2"0"0"0"0,-4 0 0 0 0,-13 0 0 0 0,-23 0 0 0 0,-33 0 0 0 0,-37 0 0 0 0,-24 0 0 0 0,-15 0 0 0 0,-5 0 0 0 0,9 0 0 0 0,17 0 0 0 0,17 0 0 0 0,19 0 0 0 0,22 0 0 0 0,21 0 0 0 0,18 0 0 0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5-06T16:32:29.254"/>
    </inkml:context>
    <inkml:brush xml:id="br0">
      <inkml:brushProperty name="width" value="0.1" units="cm"/>
      <inkml:brushProperty name="height" value="0.1" units="cm"/>
      <inkml:brushProperty name="color" value="#FFFFFF"/>
    </inkml:brush>
  </inkml:definitions>
  <inkml:trace contextRef="#ctx0" brushRef="#br0">5674 16618 16383 0 0,'-1'0'0'0'0,"-2"0"0"0"0,-3 0 0 0 0,-5 0 0 0 0,-8 0 0 0 0,-24 0 0 0 0,-40 0 0 0 0,-39 0 0 0 0,-49 0 0 0 0,-70 0 0 0 0,-54 0 0 0 0,-22 0 0 0 0,7 0 0 0 0,27 0 0 0 0,36 0 0 0 0,42 0 0 0 0,40 0 0 0 0,37 0 0 0 0,37 0 0 0 0,31 0 0 0 0,28 0 0 0 0,24 0 0 0 0,12 0 0 0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5-06T16:32:29.255"/>
    </inkml:context>
    <inkml:brush xml:id="br0">
      <inkml:brushProperty name="width" value="0.1" units="cm"/>
      <inkml:brushProperty name="height" value="0.1" units="cm"/>
      <inkml:brushProperty name="color" value="#FFFFFF"/>
    </inkml:brush>
  </inkml:definitions>
  <inkml:trace contextRef="#ctx0" brushRef="#br0">5437 16540 16383 0 0,'-1'0'0'0'0,"-2"0"0"0"0,-4 0 0 0 0,-16 0 0 0 0,-26 0 0 0 0,-29 0 0 0 0,-32 0 0 0 0,-17 0 0 0 0,-5 0 0 0 0,3 0 0 0 0,8 0 0 0 0,13 0 0 0 0,15 0 0 0 0,20 0 0 0 0,19 0 0 0 0,19 0 0 0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5-06T16:32:29.256"/>
    </inkml:context>
    <inkml:brush xml:id="br0">
      <inkml:brushProperty name="width" value="0.1" units="cm"/>
      <inkml:brushProperty name="height" value="0.1" units="cm"/>
      <inkml:brushProperty name="color" value="#FFFFFF"/>
    </inkml:brush>
  </inkml:definitions>
  <inkml:trace contextRef="#ctx0" brushRef="#br0">5661 16540 16383 0 0,'-2'0'0'0'0,"-2"0"0"0"0,-3 0 0 0 0,-6 0 0 0 0,-5 0 0 0 0,-8 0 0 0 0,-9 0 0 0 0,-6 0 0 0 0,-6 0 0 0 0,-10 0 0 0 0,-15 0 0 0 0,-12 0 0 0 0,-10-1 0 0 0,-15-5 0 0 0,-26-6 0 0 0,-21-2 0 0 0,-10 0 0 0 0,-6 2 0 0 0,4 2 0 0 0,16 1 0 0 0,20 4 0 0 0,18 1 0 0 0,20 2 0 0 0,23 2 0 0 0,20 0 0 0 0,18 0 0 0 0,14 1 0 0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5-06T16:32:29.257"/>
    </inkml:context>
    <inkml:brush xml:id="br0">
      <inkml:brushProperty name="width" value="0.1" units="cm"/>
      <inkml:brushProperty name="height" value="0.1" units="cm"/>
      <inkml:brushProperty name="color" value="#FFFFFF"/>
    </inkml:brush>
  </inkml:definitions>
  <inkml:trace contextRef="#ctx0" brushRef="#br0">5294 16611 16383 0 0,'-3'0'0'0'0,"-9"0"0"0"0,-13 0 0 0 0,-24 0 0 0 0,-31 0 0 0 0,-39 0 0 0 0,-28 0 0 0 0,-12 0 0 0 0,-10 0 0 0 0,3 0 0 0 0,15 0 0 0 0,19 0 0 0 0,25 0 0 0 0,26 0 0 0 0,25 0 0 0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5-06T16:32:29.258"/>
    </inkml:context>
    <inkml:brush xml:id="br0">
      <inkml:brushProperty name="width" value="0.1" units="cm"/>
      <inkml:brushProperty name="height" value="0.1" units="cm"/>
      <inkml:brushProperty name="color" value="#FFFFFF"/>
    </inkml:brush>
  </inkml:definitions>
  <inkml:trace contextRef="#ctx0" brushRef="#br0">3880 16684 16383 0 0,'3'0'0'0'0,"3"0"0"0"0,4 0 0 0 0,9 0 0 0 0,11 0 0 0 0,12 0 0 0 0,13 0 0 0 0,7 0 0 0 0,6 0 0 0 0,0 0 0 0 0,-5 0 0 0 0,-8 0 0 0 0,-7 0 0 0 0,-3 0 0 0 0,-5 0 0 0 0,-5 0 0 0 0,-4 0 0 0 0,-2 0 0 0 0,-3 0 0 0 0,-1 0 0 0 0,-2 0 0 0 0,-1 0 0 0 0,0 0 0 0 0,0 0 0 0 0,2 0 0 0 0,1 0 0 0 0,3 0 0 0 0,2 0 0 0 0,2 0 0 0 0,2 0 0 0 0,3 0 0 0 0,7 0 0 0 0,10 0 0 0 0,8 0 0 0 0,7 0 0 0 0,8-2 0 0 0,-2-1 0 0 0,2 0 0 0 0,0-3 0 0 0,-2 0 0 0 0,-5-1 0 0 0,-7-1 0 0 0,-7-1 0 0 0,-7 0 0 0 0,-9-1 0 0 0,-8 0 0 0 0,-7 0 0 0 0,-8 0 0 0 0,-6-1 0 0 0,-6 0 0 0 0,-5-2 0 0 0,-10-4 0 0 0,-24-5 0 0 0,-29-7 0 0 0,-30-4 0 0 0,-35-5 0 0 0,-29-2 0 0 0,-11 2 0 0 0,6 6 0 0 0,9 5 0 0 0,14 7 0 0 0,20 7 0 0 0,22 5 0 0 0,21 5 0 0 0,22 2 0 0 0,17 1 0 0 0,14 2 0 0 0,10 0 0 0 0,8 0 0 0 0,5 2 0 0 0,4 2 0 0 0,10 3 0 0 0,14 3 0 0 0,18 4 0 0 0,20 4 0 0 0,18 5 0 0 0,12 3 0 0 0,2 1 0 0 0,0-1 0 0 0,-5-1 0 0 0,-6-2 0 0 0,-10-3 0 0 0,-14-3 0 0 0,-14-4 0 0 0,-15-4 0 0 0,-11-2 0 0 0,-11-4 0 0 0,-14-2 0 0 0,-20-2 0 0 0,-27-1 0 0 0,-26-1 0 0 0,-17 1 0 0 0,-13-1 0 0 0,-7 0 0 0 0,1 2 0 0 0,7 2 0 0 0,14 2 0 0 0,14 0 0 0 0,19 1 0 0 0,15 0 0 0 0,15 0 0 0 0,12 1 0 0 0,9 1 0 0 0,5 0 0 0 0,9-1 0 0 0,20 0 0 0 0,30 1 0 0 0,28 2 0 0 0,25 0 0 0 0,17-1 0 0 0,6-2 0 0 0,1-3 0 0 0,-6-1 0 0 0,-14-2 0 0 0,-18-1 0 0 0,-23 0 0 0 0,-21-1 0 0 0,-21 0 0 0 0,-28-2 0 0 0,-46-6 0 0 0,-53-7 0 0 0,-55-8 0 0 0,-49-4 0 0 0,-30-1 0 0 0,-16 2 0 0 0,6 2 0 0 0,21 5 0 0 0,28 5 0 0 0,32 3 0 0 0,35 5 0 0 0,32 3 0 0 0,30 2 0 0 0,22 2 0 0 0,22 0 0 0 0,20 1 0 0 0,25 0 0 0 0,37-1 0 0 0,42 1 0 0 0,36-1 0 0 0,28 1 0 0 0,14 2 0 0 0,4 2 0 0 0,-6 2 0 0 0,-12-1 0 0 0,-22 0 0 0 0,-28-2 0 0 0,-30-2 0 0 0,-30 0 0 0 0,-26-2 0 0 0,-23 1 0 0 0,-28 2 0 0 0,-27 4 0 0 0,-21 5 0 0 0,-11 4 0 0 0,-6 4 0 0 0,-1 5 0 0 0,3 1 0 0 0,7-1 0 0 0,11-2 0 0 0,12-3 0 0 0,14-4 0 0 0,12-3 0 0 0,10-2 0 0 0,6-2 0 0 0,8-2 0 0 0,16-1 0 0 0,13-2 0 0 0,19 0 0 0 0,20 1 0 0 0,15 0 0 0 0,7 1 0 0 0,3 2 0 0 0,-15-1 0 0 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5-06T16:32:29.259"/>
    </inkml:context>
    <inkml:brush xml:id="br0">
      <inkml:brushProperty name="width" value="0.1" units="cm"/>
      <inkml:brushProperty name="height" value="0.1" units="cm"/>
      <inkml:brushProperty name="color" value="#FFFFFF"/>
    </inkml:brush>
  </inkml:definitions>
  <inkml:trace contextRef="#ctx0" brushRef="#br0">5067 16704 16383 0 0,'-1'0'0'0'0,"-7"0"0"0"0,-17 0 0 0 0,-17 0 0 0 0,-13 0 0 0 0,-13 0 0 0 0,-11 0 0 0 0,-7 0 0 0 0,-6 0 0 0 0,0 0 0 0 0,4 0 0 0 0,12 0 0 0 0,9 0 0 0 0,11 0 0 0 0,13 0 0 0 0,15 0 0 0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5-06T16:32:29.260"/>
    </inkml:context>
    <inkml:brush xml:id="br0">
      <inkml:brushProperty name="width" value="0.1" units="cm"/>
      <inkml:brushProperty name="height" value="0.1" units="cm"/>
      <inkml:brushProperty name="color" value="#FFFFFF"/>
    </inkml:brush>
  </inkml:definitions>
  <inkml:trace contextRef="#ctx0" brushRef="#br0">6037 16705 16383 0 0,'-1'0'0'0'0,"-2"0"0"0"0,-5 0 0 0 0,-14 0 0 0 0,-19 0 0 0 0,-23 0 0 0 0,-47 0 0 0 0,-68 0 0 0 0,-47 0 0 0 0,-25 0 0 0 0,-7 0 0 0 0,5 0 0 0 0,5 0 0 0 0,14 0 0 0 0,37 0 0 0 0,35 0 0 0 0,32 0 0 0 0,30 0 0 0 0,29 0 0 0 0,25 0 0 0 0,26 0 0 0 0,25-2 0 0 0,13-1 0 0 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5-06T16:32:29.261"/>
    </inkml:context>
    <inkml:brush xml:id="br0">
      <inkml:brushProperty name="width" value="0.1" units="cm"/>
      <inkml:brushProperty name="height" value="0.1" units="cm"/>
      <inkml:brushProperty name="color" value="#FFFFFF"/>
    </inkml:brush>
  </inkml:definitions>
  <inkml:trace contextRef="#ctx0" brushRef="#br0">5486 16536 16383 0 0,'-1'0'0'0'0,"0"0"0"0"0,-4 0 0 0 0,-7 0 0 0 0,-27 0 0 0 0,-17 0 0 0 0,-28 0 0 0 0,-31 0 0 0 0,-30 0 0 0 0,-28 0 0 0 0,-24 0 0 0 0,-4 0 0 0 0,6 0 0 0 0,14 0 0 0 0,27 0 0 0 0,24 0 0 0 0,25 0 0 0 0,25 0 0 0 0,24 0 0 0 0,21 0 0 0 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5-06T16:32:29.262"/>
    </inkml:context>
    <inkml:brush xml:id="br0">
      <inkml:brushProperty name="width" value="0.1" units="cm"/>
      <inkml:brushProperty name="height" value="0.1" units="cm"/>
      <inkml:brushProperty name="color" value="#FFFFFF"/>
    </inkml:brush>
  </inkml:definitions>
  <inkml:trace contextRef="#ctx0" brushRef="#br0">5624 16477 16383 0 0,'0'1'0'0'0,"1"0"0"0"0,-2 1 0 0 0,-5 0 0 0 0,-10-1 0 0 0,-22 0 0 0 0,-32-1 0 0 0,-29 0 0 0 0,-16 0 0 0 0,-10 0 0 0 0,-6 0 0 0 0,1 0 0 0 0,11 0 0 0 0,14 0 0 0 0,17 0 0 0 0,17 0 0 0 0,17 0 0 0 0,18 0 0 0 0,13 0 0 0 0,11 0 0 0 0,7 0 0 0 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5-06T16:32:29.263"/>
    </inkml:context>
    <inkml:brush xml:id="br0">
      <inkml:brushProperty name="width" value="0.1" units="cm"/>
      <inkml:brushProperty name="height" value="0.1" units="cm"/>
      <inkml:brushProperty name="color" value="#FFFFFF"/>
    </inkml:brush>
  </inkml:definitions>
  <inkml:trace contextRef="#ctx0" brushRef="#br0">5622 16484 16383 0 0,'-1'0'0'0'0,"-4"0"0"0"0,-4 0 0 0 0,-9 0 0 0 0,-10 0 0 0 0,-7 0 0 0 0,-6 0 0 0 0,-7 0 0 0 0,-2 0 0 0 0,-3 0 0 0 0,-6 0 0 0 0,2 0 0 0 0,0 0 0 0 0,-2 0 0 0 0,4 0 0 0 0,5 0 0 0 0,4 0 0 0 0,7 0 0 0 0,5 0 0 0 0,2 0 0 0 0,5 0 0 0 0,3 0 0 0 0,3 0 0 0 0,2 0 0 0 0,-1 0 0 0 0,0 0 0 0 0,-1 0 0 0 0,2 0 0 0 0,1 0 0 0 0,2 0 0 0 0,1 0 0 0 0,4 0 0 0 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5-06T16:32:29.264"/>
    </inkml:context>
    <inkml:brush xml:id="br0">
      <inkml:brushProperty name="width" value="0.1" units="cm"/>
      <inkml:brushProperty name="height" value="0.1" units="cm"/>
      <inkml:brushProperty name="color" value="#FFFFFF"/>
    </inkml:brush>
  </inkml:definitions>
  <inkml:trace contextRef="#ctx0" brushRef="#br0">5343 16375 16383 0 0,'0'0'0'0'0,"0"0"0"0"0,-9 0 0 0 0,-13 0 0 0 0,-15 0 0 0 0,-15 0 0 0 0,-10 0 0 0 0,-1 0 0 0 0,1 0 0 0 0,2 0 0 0 0,5 0 0 0 0,8 0 0 0 0,10 0 0 0 0,10 0 0 0 0,11 0 0 0 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5-06T16:32:29.265"/>
    </inkml:context>
    <inkml:brush xml:id="br0">
      <inkml:brushProperty name="width" value="0.1" units="cm"/>
      <inkml:brushProperty name="height" value="0.1" units="cm"/>
      <inkml:brushProperty name="color" value="#FFFFFF"/>
    </inkml:brush>
  </inkml:definitions>
  <inkml:trace contextRef="#ctx0" brushRef="#br0">5490 16496 16383 0 0,'-2'0'0'0'0,"-18"0"0"0"0,-23 0 0 0 0,-18 0 0 0 0,-24 0 0 0 0,-25 0 0 0 0,-33 0 0 0 0,-24 0 0 0 0,-11 0 0 0 0,-2 0 0 0 0,1 0 0 0 0,7 0 0 0 0,17 0 0 0 0,25 0 0 0 0,24 0 0 0 0,19 0 0 0 0,16 0 0 0 0,14 0 0 0 0,6 0 0 0 0,4 0 0 0 0,7 0 0 0 0,2 0 0 0 0,2 0 0 0 0,4 0 0 0 0,2 0 0 0 0,4 0 0 0 0,4 0 0 0 0,6 0 0 0 0,5 0 0 0 0,7-3 0 0 0,9-1 0 0 0,9-3 0 0 0,7-3 0 0 0,6-2 0 0 0,6 0 0 0 0,7 0 0 0 0,9 0 0 0 0,6 3 0 0 0,9 3 0 0 0,11 2 0 0 0,21 1 0 0 0,29-1 0 0 0,39 0 0 0 0,47 1 0 0 0,40 1 0 0 0,21 0 0 0 0,9 2 0 0 0,-14 0 0 0 0,-27 2 0 0 0,-26 2 0 0 0,-30 2 0 0 0,-31 0 0 0 0,-31-1 0 0 0,-29-1 0 0 0,-27-1 0 0 0,-23-2 0 0 0,-22 0 0 0 0,-21-1 0 0 0,-21 0 0 0 0,-21 0 0 0 0,-21 0 0 0 0,-22 0 0 0 0,-16-1 0 0 0,-6 1 0 0 0,-1 0 0 0 0,1 0 0 0 0,8 0 0 0 0,11 0 0 0 0,16 0 0 0 0,14 0 0 0 0,14 0 0 0 0,14 1 0 0 0,10 1 0 0 0,7 1 0 0 0,6 2 0 0 0,4 2 0 0 0,3 0 0 0 0,1 2 0 0 0,1 1 0 0 0,1 1 0 0 0,7 1 0 0 0,9 1 0 0 0,11 1 0 0 0,7-1 0 0 0,7-1 0 0 0,2 1 0 0 0,2-2 0 0 0,-4 0 0 0 0,-7-3 0 0 0,-13-2 0 0 0,-23-3 0 0 0,-38-1 0 0 0,-37 0 0 0 0,-29 2 0 0 0,-26 6 0 0 0,-8 7 0 0 0,4 5 0 0 0,7 5 0 0 0,12 3 0 0 0,18 0 0 0 0,20-4 0 0 0,19-3 0 0 0,18-4 0 0 0,15-4 0 0 0,12-3 0 0 0,10-3 0 0 0,12-2 0 0 0,19-1 0 0 0,30-3 0 0 0,34-1 0 0 0,24-2 0 0 0,11 0 0 0 0,6-4 0 0 0,0-3 0 0 0,-9-5 0 0 0,-16-1 0 0 0,-22-1 0 0 0,-22 1 0 0 0,-22 2 0 0 0,-18 2 0 0 0,-14 2 0 0 0,-15 1 0 0 0,-19-1 0 0 0,-21-1 0 0 0,-26-3 0 0 0,-27-4 0 0 0,-29-3 0 0 0,-26-3 0 0 0,-16-2 0 0 0,-3 2 0 0 0,4 1 0 0 0,12 3 0 0 0,19 4 0 0 0,23 4 0 0 0,25 3 0 0 0,23 2 0 0 0,21 3 0 0 0,17 1 0 0 0,15 0 0 0 0,16 1 0 0 0,20-1 0 0 0,22 1 0 0 0,21-1 0 0 0,22 1 0 0 0,11-2 0 0 0,1-3 0 0 0,-3-6 0 0 0,-10-4 0 0 0,-12-4 0 0 0,-19 0 0 0 0,-18 0 0 0 0,-15 2 0 0 0,-15 3 0 0 0,-17 1 0 0 0,-22 1 0 0 0,-24 2 0 0 0,-23 1 0 0 0,-18 2 0 0 0,-8 2 0 0 0,-2 2 0 0 0,4 1 0 0 0,11 0 0 0 0,12 1 0 0 0,15 1 0 0 0,14-1 0 0 0,15 0 0 0 0,14 1 0 0 0,19 3 0 0 0,29 6 0 0 0,32 4 0 0 0,33 6 0 0 0,30 5 0 0 0,18 1 0 0 0,6-1 0 0 0,-3-3 0 0 0,-8-2 0 0 0,-17-5 0 0 0,-23-4 0 0 0,-24-4 0 0 0,-27-4 0 0 0,-25-2 0 0 0,-27-1 0 0 0,-26-1 0 0 0,-23 0 0 0 0,-22 0 0 0 0,-20 1 0 0 0,-15-1 0 0 0,-8 2 0 0 0,3 1 0 0 0,7 3 0 0 0,13 1 0 0 0,14 1 0 0 0,16 0 0 0 0,16 1 0 0 0,14-2 0 0 0,14 0 0 0 0,10-3 0 0 0,12 0 0 0 0,14-2 0 0 0,16 0 0 0 0,19-1 0 0 0,23-1 0 0 0,21 1 0 0 0,23 0 0 0 0,22 0 0 0 0,8-1 0 0 0,-7 1 0 0 0,-13 0 0 0 0,-10 0 0 0 0,-24 0 0 0 0,-23 0 0 0 0,-24 0 0 0 0,-22-3 0 0 0,-25-1 0 0 0,-26-2 0 0 0,-27-1 0 0 0,-37-1 0 0 0,-44 2 0 0 0,-27 1 0 0 0,-10 2 0 0 0,2 1 0 0 0,12 2 0 0 0,15-1 0 0 0,18 2 0 0 0,23 3 0 0 0,23 2 0 0 0,22 2 0 0 0,21 1 0 0 0,17 0 0 0 0,12 1 0 0 0,10-3 0 0 0,14 0 0 0 0,23-1 0 0 0,30-1 0 0 0,25-1 0 0 0,24-1 0 0 0,22-1 0 0 0,9-1 0 0 0,-3-1 0 0 0,-10 0 0 0 0,-18 0 0 0 0,-22 0 0 0 0,-24-1 0 0 0,-23 0 0 0 0,-20-1 0 0 0,-18 0 0 0 0,-14 0 0 0 0,-14 1 0 0 0,-14 1 0 0 0,-14-1 0 0 0,-11 1 0 0 0,-7 0 0 0 0,-2 0 0 0 0,-1 0 0 0 0,1 0 0 0 0,5 1 0 0 0,7-1 0 0 0,10 0 0 0 0,9 0 0 0 0,8 0 0 0 0,8 0 0 0 0,7 0 0 0 0,5 2 0 0 0,7-1 0 0 0,7 1 0 0 0,7-1 0 0 0,2 0 0 0 0,3-1 0 0 0,-3 0 0 0 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5-06T16:32:29.266"/>
    </inkml:context>
    <inkml:brush xml:id="br0">
      <inkml:brushProperty name="width" value="0.1" units="cm"/>
      <inkml:brushProperty name="height" value="0.1" units="cm"/>
      <inkml:brushProperty name="color" value="#FFFFFF"/>
    </inkml:brush>
  </inkml:definitions>
  <inkml:trace contextRef="#ctx0" brushRef="#br0">3747 16506 16383 0 0,'2'0'0'0'0,"18"0"0"0"0,18 0 0 0 0,27 0 0 0 0,37 0 0 0 0,43 0 0 0 0,25 0 0 0 0,-3 0 0 0 0,-12 0 0 0 0,-9 0 0 0 0,-16 0 0 0 0,-25 0 0 0 0,-25 0 0 0 0,-26 0 0 0 0,-25 0 0 0 0,-27 0 0 0 0,-31 0 0 0 0,-35 0 0 0 0,-38 0 0 0 0,-40 0 0 0 0,-38 0 0 0 0,-32 0 0 0 0,-19 0 0 0 0,-5 0 0 0 0,7 0 0 0 0,16 1 0 0 0,19 2 0 0 0,25 3 0 0 0,28 4 0 0 0,30 2 0 0 0,28 1 0 0 0,25 1 0 0 0,21-1 0 0 0,16-2 0 0 0,11-2 0 0 0,7-2 0 0 0,4-2 0 0 0,3 0 0 0 0,0 1 0 0 0,3 0 0 0 0,9 1 0 0 0,20 3 0 0 0,32 6 0 0 0,31 7 0 0 0,26 6 0 0 0,28 3 0 0 0,24 2 0 0 0,8 1 0 0 0,-2-5 0 0 0,-11-6 0 0 0,-19-8 0 0 0,-21-6 0 0 0,-25-5 0 0 0,-25-3 0 0 0,-25-3 0 0 0,-21 0 0 0 0,-15 0 0 0 0,-12-1 0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5C78D7B-99DE-4868-B3E4-2EDC0B8E6EC0}" type="datetimeFigureOut">
              <a:rPr lang="en-GB" smtClean="0"/>
              <a:t>07/05/2026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228920-ED08-4572-A54D-034FB3E0CBF0}" type="slidenum">
              <a:rPr lang="en-GB" smtClean="0"/>
              <a:t>‹N°›</a:t>
            </a:fld>
            <a:endParaRPr lang="en-GB"/>
          </a:p>
        </p:txBody>
      </p:sp>
    </p:spTree>
    <p:extLst>
      <p:ext uri="{BB962C8B-B14F-4D97-AF65-F5344CB8AC3E}">
        <p14:creationId xmlns:p14="http://schemas.microsoft.com/office/powerpoint/2010/main" val="25351533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228920-ED08-4572-A54D-034FB3E0CBF0}" type="slidenum">
              <a:rPr lang="en-GB" smtClean="0"/>
              <a:t>1</a:t>
            </a:fld>
            <a:endParaRPr lang="en-GB"/>
          </a:p>
        </p:txBody>
      </p:sp>
    </p:spTree>
    <p:extLst>
      <p:ext uri="{BB962C8B-B14F-4D97-AF65-F5344CB8AC3E}">
        <p14:creationId xmlns:p14="http://schemas.microsoft.com/office/powerpoint/2010/main" val="4519514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4228920-ED08-4572-A54D-034FB3E0CBF0}" type="slidenum">
              <a:rPr lang="en-GB" smtClean="0"/>
              <a:t>4</a:t>
            </a:fld>
            <a:endParaRPr lang="en-GB"/>
          </a:p>
        </p:txBody>
      </p:sp>
    </p:spTree>
    <p:extLst>
      <p:ext uri="{BB962C8B-B14F-4D97-AF65-F5344CB8AC3E}">
        <p14:creationId xmlns:p14="http://schemas.microsoft.com/office/powerpoint/2010/main" val="8596947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4228920-ED08-4572-A54D-034FB3E0CBF0}" type="slidenum">
              <a:rPr lang="en-GB" smtClean="0"/>
              <a:t>13</a:t>
            </a:fld>
            <a:endParaRPr lang="en-GB"/>
          </a:p>
        </p:txBody>
      </p:sp>
    </p:spTree>
    <p:extLst>
      <p:ext uri="{BB962C8B-B14F-4D97-AF65-F5344CB8AC3E}">
        <p14:creationId xmlns:p14="http://schemas.microsoft.com/office/powerpoint/2010/main" val="21216146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99A8C7-FC2E-30F8-1DA5-2127174C77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BA8671-4812-E837-D0EA-A77B470C6C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87D7B0-6DF7-6A0D-D36C-8D79A644130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CB60C18-D77B-4688-66F5-52758C6DE836}"/>
              </a:ext>
            </a:extLst>
          </p:cNvPr>
          <p:cNvSpPr>
            <a:spLocks noGrp="1"/>
          </p:cNvSpPr>
          <p:nvPr>
            <p:ph type="sldNum" sz="quarter" idx="5"/>
          </p:nvPr>
        </p:nvSpPr>
        <p:spPr/>
        <p:txBody>
          <a:bodyPr/>
          <a:lstStyle/>
          <a:p>
            <a:fld id="{54228920-ED08-4572-A54D-034FB3E0CBF0}" type="slidenum">
              <a:rPr lang="en-GB" smtClean="0"/>
              <a:t>14</a:t>
            </a:fld>
            <a:endParaRPr lang="en-GB"/>
          </a:p>
        </p:txBody>
      </p:sp>
    </p:spTree>
    <p:extLst>
      <p:ext uri="{BB962C8B-B14F-4D97-AF65-F5344CB8AC3E}">
        <p14:creationId xmlns:p14="http://schemas.microsoft.com/office/powerpoint/2010/main" val="399687941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55D5FE1-A2D5-4E3C-902C-10E5C8ED439D}"/>
              </a:ext>
            </a:extLst>
          </p:cNvPr>
          <p:cNvSpPr>
            <a:spLocks noGrp="1"/>
          </p:cNvSpPr>
          <p:nvPr>
            <p:ph type="pic" sz="quarter" idx="10" hasCustomPrompt="1"/>
          </p:nvPr>
        </p:nvSpPr>
        <p:spPr>
          <a:xfrm>
            <a:off x="9144000" y="3856038"/>
            <a:ext cx="2540000" cy="996950"/>
          </a:xfrm>
        </p:spPr>
        <p:txBody>
          <a:bodyPr anchor="ctr"/>
          <a:lstStyle>
            <a:lvl1pPr algn="ctr">
              <a:buNone/>
              <a:defRPr i="1"/>
            </a:lvl1pPr>
          </a:lstStyle>
          <a:p>
            <a:r>
              <a:rPr lang="en-US"/>
              <a:t>I</a:t>
            </a:r>
            <a:r>
              <a:rPr lang="en-GB"/>
              <a:t>nsert Logo Here</a:t>
            </a:r>
          </a:p>
        </p:txBody>
      </p:sp>
      <p:cxnSp>
        <p:nvCxnSpPr>
          <p:cNvPr id="7" name="Straight Connector 6">
            <a:extLst>
              <a:ext uri="{FF2B5EF4-FFF2-40B4-BE49-F238E27FC236}">
                <a16:creationId xmlns:a16="http://schemas.microsoft.com/office/drawing/2014/main" id="{1AD2F035-F83B-47A0-AE47-F349DFC1CBB7}"/>
              </a:ext>
            </a:extLst>
          </p:cNvPr>
          <p:cNvCxnSpPr/>
          <p:nvPr userDrawn="1"/>
        </p:nvCxnSpPr>
        <p:spPr>
          <a:xfrm>
            <a:off x="529771" y="3709307"/>
            <a:ext cx="11154229" cy="0"/>
          </a:xfrm>
          <a:prstGeom prst="line">
            <a:avLst/>
          </a:prstGeom>
        </p:spPr>
        <p:style>
          <a:lnRef idx="1">
            <a:schemeClr val="dk1"/>
          </a:lnRef>
          <a:fillRef idx="0">
            <a:schemeClr val="dk1"/>
          </a:fillRef>
          <a:effectRef idx="0">
            <a:schemeClr val="dk1"/>
          </a:effectRef>
          <a:fontRef idx="minor">
            <a:schemeClr val="tx1"/>
          </a:fontRef>
        </p:style>
      </p:cxnSp>
      <p:sp>
        <p:nvSpPr>
          <p:cNvPr id="9" name="TextBox 8">
            <a:extLst>
              <a:ext uri="{FF2B5EF4-FFF2-40B4-BE49-F238E27FC236}">
                <a16:creationId xmlns:a16="http://schemas.microsoft.com/office/drawing/2014/main" id="{9845E85B-D268-482E-8156-1D887254FE41}"/>
              </a:ext>
            </a:extLst>
          </p:cNvPr>
          <p:cNvSpPr txBox="1"/>
          <p:nvPr userDrawn="1"/>
        </p:nvSpPr>
        <p:spPr>
          <a:xfrm>
            <a:off x="451845" y="3083053"/>
            <a:ext cx="3809056" cy="553998"/>
          </a:xfrm>
          <a:prstGeom prst="rect">
            <a:avLst/>
          </a:prstGeom>
          <a:noFill/>
        </p:spPr>
        <p:txBody>
          <a:bodyPr wrap="none" rtlCol="0">
            <a:spAutoFit/>
          </a:bodyPr>
          <a:lstStyle/>
          <a:p>
            <a:r>
              <a:rPr lang="en-GB" sz="3000">
                <a:solidFill>
                  <a:schemeClr val="tx2"/>
                </a:solidFill>
                <a:latin typeface="Novecento sans wide Light" panose="00000405000000000000" pitchFamily="50" charset="0"/>
              </a:rPr>
              <a:t>Oxford Alpha Fund</a:t>
            </a:r>
          </a:p>
        </p:txBody>
      </p:sp>
      <p:sp>
        <p:nvSpPr>
          <p:cNvPr id="13" name="Title 1">
            <a:extLst>
              <a:ext uri="{FF2B5EF4-FFF2-40B4-BE49-F238E27FC236}">
                <a16:creationId xmlns:a16="http://schemas.microsoft.com/office/drawing/2014/main" id="{188B9789-7A8E-40E5-9C5E-F72530491271}"/>
              </a:ext>
            </a:extLst>
          </p:cNvPr>
          <p:cNvSpPr>
            <a:spLocks noGrp="1"/>
          </p:cNvSpPr>
          <p:nvPr>
            <p:ph type="title" hasCustomPrompt="1"/>
          </p:nvPr>
        </p:nvSpPr>
        <p:spPr>
          <a:xfrm>
            <a:off x="529771" y="3856038"/>
            <a:ext cx="8525329" cy="996943"/>
          </a:xfrm>
        </p:spPr>
        <p:txBody>
          <a:bodyPr anchor="t">
            <a:normAutofit/>
          </a:bodyPr>
          <a:lstStyle>
            <a:lvl1pPr>
              <a:defRPr sz="3600">
                <a:latin typeface="Novecento sans wide UltraLight" panose="00000705000000000000" pitchFamily="50" charset="0"/>
              </a:defRPr>
            </a:lvl1pPr>
          </a:lstStyle>
          <a:p>
            <a:r>
              <a:rPr lang="en-US"/>
              <a:t>Title</a:t>
            </a:r>
            <a:endParaRPr lang="en-GB"/>
          </a:p>
        </p:txBody>
      </p:sp>
      <p:sp>
        <p:nvSpPr>
          <p:cNvPr id="5" name="Text Placeholder 4">
            <a:extLst>
              <a:ext uri="{FF2B5EF4-FFF2-40B4-BE49-F238E27FC236}">
                <a16:creationId xmlns:a16="http://schemas.microsoft.com/office/drawing/2014/main" id="{E14A3DAB-2A9D-42A4-AC0C-A425A0D21A0C}"/>
              </a:ext>
            </a:extLst>
          </p:cNvPr>
          <p:cNvSpPr>
            <a:spLocks noGrp="1"/>
          </p:cNvSpPr>
          <p:nvPr>
            <p:ph type="body" sz="quarter" idx="11" hasCustomPrompt="1"/>
          </p:nvPr>
        </p:nvSpPr>
        <p:spPr>
          <a:xfrm>
            <a:off x="529770" y="5105357"/>
            <a:ext cx="11154230" cy="1338262"/>
          </a:xfrm>
        </p:spPr>
        <p:txBody>
          <a:bodyPr/>
          <a:lstStyle>
            <a:lvl1pPr>
              <a:buNone/>
              <a:defRPr sz="2200">
                <a:latin typeface="Novecento sans wide Light" panose="00000405000000000000" pitchFamily="50" charset="0"/>
              </a:defRPr>
            </a:lvl1pPr>
          </a:lstStyle>
          <a:p>
            <a:pPr lvl="0"/>
            <a:r>
              <a:rPr lang="en-US"/>
              <a:t>Insert Names Here</a:t>
            </a:r>
            <a:endParaRPr lang="en-GB"/>
          </a:p>
        </p:txBody>
      </p:sp>
      <p:pic>
        <p:nvPicPr>
          <p:cNvPr id="8" name="Picture 7" descr="Logo&#10;&#10;Description automatically generated">
            <a:extLst>
              <a:ext uri="{FF2B5EF4-FFF2-40B4-BE49-F238E27FC236}">
                <a16:creationId xmlns:a16="http://schemas.microsoft.com/office/drawing/2014/main" id="{4CF8CEFD-53BD-EE4E-8471-2BECBBD419E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601932" y="-151925"/>
            <a:ext cx="5257282" cy="5257282"/>
          </a:xfrm>
          <a:prstGeom prst="rect">
            <a:avLst/>
          </a:prstGeom>
        </p:spPr>
      </p:pic>
    </p:spTree>
    <p:extLst>
      <p:ext uri="{BB962C8B-B14F-4D97-AF65-F5344CB8AC3E}">
        <p14:creationId xmlns:p14="http://schemas.microsoft.com/office/powerpoint/2010/main" val="23436320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able of Contents">
    <p:spTree>
      <p:nvGrpSpPr>
        <p:cNvPr id="1" name=""/>
        <p:cNvGrpSpPr/>
        <p:nvPr/>
      </p:nvGrpSpPr>
      <p:grpSpPr>
        <a:xfrm>
          <a:off x="0" y="0"/>
          <a:ext cx="0" cy="0"/>
          <a:chOff x="0" y="0"/>
          <a:chExt cx="0" cy="0"/>
        </a:xfrm>
      </p:grpSpPr>
      <p:cxnSp>
        <p:nvCxnSpPr>
          <p:cNvPr id="26" name="Straight Connector 25">
            <a:extLst>
              <a:ext uri="{FF2B5EF4-FFF2-40B4-BE49-F238E27FC236}">
                <a16:creationId xmlns:a16="http://schemas.microsoft.com/office/drawing/2014/main" id="{E938D7CA-25A8-41DE-B98C-5D90FC9240CF}"/>
              </a:ext>
            </a:extLst>
          </p:cNvPr>
          <p:cNvCxnSpPr/>
          <p:nvPr userDrawn="1"/>
        </p:nvCxnSpPr>
        <p:spPr>
          <a:xfrm>
            <a:off x="529771" y="930596"/>
            <a:ext cx="11154229" cy="0"/>
          </a:xfrm>
          <a:prstGeom prst="line">
            <a:avLst/>
          </a:prstGeom>
        </p:spPr>
        <p:style>
          <a:lnRef idx="1">
            <a:schemeClr val="dk1"/>
          </a:lnRef>
          <a:fillRef idx="0">
            <a:schemeClr val="dk1"/>
          </a:fillRef>
          <a:effectRef idx="0">
            <a:schemeClr val="dk1"/>
          </a:effectRef>
          <a:fontRef idx="minor">
            <a:schemeClr val="tx1"/>
          </a:fontRef>
        </p:style>
      </p:cxnSp>
      <p:cxnSp>
        <p:nvCxnSpPr>
          <p:cNvPr id="35" name="Straight Connector 34">
            <a:extLst>
              <a:ext uri="{FF2B5EF4-FFF2-40B4-BE49-F238E27FC236}">
                <a16:creationId xmlns:a16="http://schemas.microsoft.com/office/drawing/2014/main" id="{31AA6C68-1D4B-4DF7-9A5A-06EC7E89D364}"/>
              </a:ext>
            </a:extLst>
          </p:cNvPr>
          <p:cNvCxnSpPr/>
          <p:nvPr userDrawn="1"/>
        </p:nvCxnSpPr>
        <p:spPr>
          <a:xfrm>
            <a:off x="529771" y="6356350"/>
            <a:ext cx="11154229" cy="0"/>
          </a:xfrm>
          <a:prstGeom prst="line">
            <a:avLst/>
          </a:prstGeom>
        </p:spPr>
        <p:style>
          <a:lnRef idx="1">
            <a:schemeClr val="dk1"/>
          </a:lnRef>
          <a:fillRef idx="0">
            <a:schemeClr val="dk1"/>
          </a:fillRef>
          <a:effectRef idx="0">
            <a:schemeClr val="dk1"/>
          </a:effectRef>
          <a:fontRef idx="minor">
            <a:schemeClr val="tx1"/>
          </a:fontRef>
        </p:style>
      </p:cxnSp>
      <p:sp>
        <p:nvSpPr>
          <p:cNvPr id="37" name="Content Placeholder 2">
            <a:extLst>
              <a:ext uri="{FF2B5EF4-FFF2-40B4-BE49-F238E27FC236}">
                <a16:creationId xmlns:a16="http://schemas.microsoft.com/office/drawing/2014/main" id="{DD1C88F8-A01C-4EE1-8590-B6D98A4A2888}"/>
              </a:ext>
            </a:extLst>
          </p:cNvPr>
          <p:cNvSpPr>
            <a:spLocks noGrp="1"/>
          </p:cNvSpPr>
          <p:nvPr>
            <p:ph idx="1"/>
          </p:nvPr>
        </p:nvSpPr>
        <p:spPr>
          <a:xfrm>
            <a:off x="529770" y="1044185"/>
            <a:ext cx="11154229" cy="5214374"/>
          </a:xfrm>
        </p:spPr>
        <p:txBody>
          <a:bodyPr>
            <a:normAutofit/>
          </a:bodyPr>
          <a:lstStyle>
            <a:lvl1pPr marL="741363" indent="-568325">
              <a:buFont typeface="+mj-lt"/>
              <a:buAutoNum type="arabicPeriod"/>
              <a:defRPr sz="2800">
                <a:latin typeface="+mn-lt"/>
              </a:defRPr>
            </a:lvl1pPr>
            <a:lvl2pPr marL="971550" indent="-514350">
              <a:buFont typeface="+mj-lt"/>
              <a:buAutoNum type="arabicPeriod"/>
              <a:defRPr sz="2800">
                <a:latin typeface="+mn-lt"/>
              </a:defRPr>
            </a:lvl2pPr>
            <a:lvl3pPr marL="1428750" indent="-514350">
              <a:buFont typeface="+mj-lt"/>
              <a:buAutoNum type="arabicPeriod"/>
              <a:defRPr sz="2800">
                <a:latin typeface="+mn-lt"/>
              </a:defRPr>
            </a:lvl3pPr>
            <a:lvl4pPr marL="1885950" indent="-514350">
              <a:buFont typeface="+mj-lt"/>
              <a:buAutoNum type="arabicPeriod"/>
              <a:defRPr sz="2800">
                <a:latin typeface="+mn-lt"/>
              </a:defRPr>
            </a:lvl4pPr>
            <a:lvl5pPr marL="2343150" indent="-514350">
              <a:buFont typeface="+mj-lt"/>
              <a:buAutoNum type="arabicPeriod"/>
              <a:defRPr sz="2800">
                <a:latin typeface="+mn-lt"/>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737E96E4-9F27-4FF1-9A69-C55FFCDA04EC}"/>
              </a:ext>
            </a:extLst>
          </p:cNvPr>
          <p:cNvSpPr>
            <a:spLocks noGrp="1"/>
          </p:cNvSpPr>
          <p:nvPr>
            <p:ph type="dt" sz="half" idx="10"/>
          </p:nvPr>
        </p:nvSpPr>
        <p:spPr/>
        <p:txBody>
          <a:bodyPr/>
          <a:lstStyle/>
          <a:p>
            <a:fld id="{5D77077C-FEF9-4A07-92A0-31EDE9512421}" type="datetime1">
              <a:rPr lang="en-US" smtClean="0"/>
              <a:pPr/>
              <a:t>5/7/2026</a:t>
            </a:fld>
            <a:r>
              <a:rPr lang="en-US"/>
              <a:t>; $MM unless otherwise stated</a:t>
            </a:r>
            <a:endParaRPr lang="en-GB"/>
          </a:p>
        </p:txBody>
      </p:sp>
      <p:sp>
        <p:nvSpPr>
          <p:cNvPr id="8" name="Footer Placeholder 7">
            <a:extLst>
              <a:ext uri="{FF2B5EF4-FFF2-40B4-BE49-F238E27FC236}">
                <a16:creationId xmlns:a16="http://schemas.microsoft.com/office/drawing/2014/main" id="{67F8960E-AAA8-4E8B-AD56-56E92E78A92E}"/>
              </a:ext>
            </a:extLst>
          </p:cNvPr>
          <p:cNvSpPr>
            <a:spLocks noGrp="1"/>
          </p:cNvSpPr>
          <p:nvPr>
            <p:ph type="ftr" sz="quarter" idx="11"/>
          </p:nvPr>
        </p:nvSpPr>
        <p:spPr/>
        <p:txBody>
          <a:bodyPr/>
          <a:lstStyle/>
          <a:p>
            <a:r>
              <a:rPr lang="en-GB"/>
              <a:t>Insert Stock Name (XXXX: XXXXX)</a:t>
            </a:r>
          </a:p>
        </p:txBody>
      </p:sp>
      <p:sp>
        <p:nvSpPr>
          <p:cNvPr id="9" name="Slide Number Placeholder 8">
            <a:extLst>
              <a:ext uri="{FF2B5EF4-FFF2-40B4-BE49-F238E27FC236}">
                <a16:creationId xmlns:a16="http://schemas.microsoft.com/office/drawing/2014/main" id="{EAD45E96-B27C-4145-99D5-06FBB19B5DB6}"/>
              </a:ext>
            </a:extLst>
          </p:cNvPr>
          <p:cNvSpPr>
            <a:spLocks noGrp="1"/>
          </p:cNvSpPr>
          <p:nvPr>
            <p:ph type="sldNum" sz="quarter" idx="12"/>
          </p:nvPr>
        </p:nvSpPr>
        <p:spPr/>
        <p:txBody>
          <a:bodyPr/>
          <a:lstStyle/>
          <a:p>
            <a:fld id="{225705C9-C93A-4611-A575-E7A979D414CC}" type="slidenum">
              <a:rPr lang="en-GB" smtClean="0"/>
              <a:pPr/>
              <a:t>‹N°›</a:t>
            </a:fld>
            <a:endParaRPr lang="en-GB"/>
          </a:p>
        </p:txBody>
      </p:sp>
      <p:sp>
        <p:nvSpPr>
          <p:cNvPr id="17" name="Title 1">
            <a:extLst>
              <a:ext uri="{FF2B5EF4-FFF2-40B4-BE49-F238E27FC236}">
                <a16:creationId xmlns:a16="http://schemas.microsoft.com/office/drawing/2014/main" id="{E4635465-492F-4A97-8443-F0D9397CD2C3}"/>
              </a:ext>
            </a:extLst>
          </p:cNvPr>
          <p:cNvSpPr txBox="1">
            <a:spLocks/>
          </p:cNvSpPr>
          <p:nvPr userDrawn="1"/>
        </p:nvSpPr>
        <p:spPr>
          <a:xfrm>
            <a:off x="508000" y="130480"/>
            <a:ext cx="11154229" cy="79407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kern="1200">
                <a:solidFill>
                  <a:schemeClr val="tx1"/>
                </a:solidFill>
                <a:latin typeface="Novecento sans wide UltraLight" panose="00000705000000000000" pitchFamily="50" charset="0"/>
                <a:ea typeface="+mj-ea"/>
                <a:cs typeface="+mj-cs"/>
              </a:defRPr>
            </a:lvl1pPr>
          </a:lstStyle>
          <a:p>
            <a:r>
              <a:rPr lang="en-US"/>
              <a:t>Table Of Contents</a:t>
            </a:r>
            <a:endParaRPr lang="en-GB"/>
          </a:p>
        </p:txBody>
      </p:sp>
      <p:pic>
        <p:nvPicPr>
          <p:cNvPr id="10" name="Picture 9" descr="Logo&#10;&#10;Description automatically generated">
            <a:extLst>
              <a:ext uri="{FF2B5EF4-FFF2-40B4-BE49-F238E27FC236}">
                <a16:creationId xmlns:a16="http://schemas.microsoft.com/office/drawing/2014/main" id="{5CB835A0-C31C-3A49-8CEB-67744DE40E1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348335" y="-316820"/>
            <a:ext cx="1676397" cy="1676397"/>
          </a:xfrm>
          <a:prstGeom prst="rect">
            <a:avLst/>
          </a:prstGeom>
        </p:spPr>
      </p:pic>
    </p:spTree>
    <p:extLst>
      <p:ext uri="{BB962C8B-B14F-4D97-AF65-F5344CB8AC3E}">
        <p14:creationId xmlns:p14="http://schemas.microsoft.com/office/powerpoint/2010/main" val="12378760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 Content">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19DC755C-CC3D-4454-8F2E-9F7FFFF77345}"/>
              </a:ext>
            </a:extLst>
          </p:cNvPr>
          <p:cNvSpPr>
            <a:spLocks noGrp="1"/>
          </p:cNvSpPr>
          <p:nvPr>
            <p:ph type="title" hasCustomPrompt="1"/>
          </p:nvPr>
        </p:nvSpPr>
        <p:spPr>
          <a:xfrm>
            <a:off x="529771" y="136525"/>
            <a:ext cx="11154229" cy="794071"/>
          </a:xfrm>
        </p:spPr>
        <p:txBody>
          <a:bodyPr>
            <a:normAutofit/>
          </a:bodyPr>
          <a:lstStyle>
            <a:lvl1pPr>
              <a:defRPr sz="4000">
                <a:latin typeface="Novecento sans wide UltraLight" panose="00000705000000000000" pitchFamily="50" charset="0"/>
              </a:defRPr>
            </a:lvl1pPr>
          </a:lstStyle>
          <a:p>
            <a:r>
              <a:rPr lang="en-US"/>
              <a:t>Title</a:t>
            </a:r>
            <a:endParaRPr lang="en-GB"/>
          </a:p>
        </p:txBody>
      </p:sp>
      <p:sp>
        <p:nvSpPr>
          <p:cNvPr id="9" name="Content Placeholder 2">
            <a:extLst>
              <a:ext uri="{FF2B5EF4-FFF2-40B4-BE49-F238E27FC236}">
                <a16:creationId xmlns:a16="http://schemas.microsoft.com/office/drawing/2014/main" id="{F006A7A6-F3C2-4383-BCCD-5D3DAA1B8D17}"/>
              </a:ext>
            </a:extLst>
          </p:cNvPr>
          <p:cNvSpPr>
            <a:spLocks noGrp="1"/>
          </p:cNvSpPr>
          <p:nvPr>
            <p:ph idx="1" hasCustomPrompt="1"/>
          </p:nvPr>
        </p:nvSpPr>
        <p:spPr>
          <a:xfrm>
            <a:off x="646822" y="1831341"/>
            <a:ext cx="5349762" cy="4334494"/>
          </a:xfrm>
        </p:spPr>
        <p:txBody>
          <a:bodyPr>
            <a:normAutofit/>
          </a:bodyPr>
          <a:lstStyle>
            <a:lvl1pPr marL="0" indent="0">
              <a:buNone/>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13" name="Straight Connector 12">
            <a:extLst>
              <a:ext uri="{FF2B5EF4-FFF2-40B4-BE49-F238E27FC236}">
                <a16:creationId xmlns:a16="http://schemas.microsoft.com/office/drawing/2014/main" id="{CEB59B9F-3C2B-41EC-BFD4-CE1C225EAC62}"/>
              </a:ext>
            </a:extLst>
          </p:cNvPr>
          <p:cNvCxnSpPr/>
          <p:nvPr userDrawn="1"/>
        </p:nvCxnSpPr>
        <p:spPr>
          <a:xfrm>
            <a:off x="529771" y="930596"/>
            <a:ext cx="11154229" cy="0"/>
          </a:xfrm>
          <a:prstGeom prst="line">
            <a:avLst/>
          </a:prstGeom>
        </p:spPr>
        <p:style>
          <a:lnRef idx="1">
            <a:schemeClr val="dk1"/>
          </a:lnRef>
          <a:fillRef idx="0">
            <a:schemeClr val="dk1"/>
          </a:fillRef>
          <a:effectRef idx="0">
            <a:schemeClr val="dk1"/>
          </a:effectRef>
          <a:fontRef idx="minor">
            <a:schemeClr val="tx1"/>
          </a:fontRef>
        </p:style>
      </p:cxnSp>
      <p:sp>
        <p:nvSpPr>
          <p:cNvPr id="15" name="Content Placeholder 2">
            <a:extLst>
              <a:ext uri="{FF2B5EF4-FFF2-40B4-BE49-F238E27FC236}">
                <a16:creationId xmlns:a16="http://schemas.microsoft.com/office/drawing/2014/main" id="{EA6EC0B9-9F4B-4185-AF80-49BE331D9D7D}"/>
              </a:ext>
            </a:extLst>
          </p:cNvPr>
          <p:cNvSpPr>
            <a:spLocks noGrp="1"/>
          </p:cNvSpPr>
          <p:nvPr>
            <p:ph idx="14" hasCustomPrompt="1"/>
          </p:nvPr>
        </p:nvSpPr>
        <p:spPr>
          <a:xfrm>
            <a:off x="6391564" y="1831341"/>
            <a:ext cx="5292436" cy="4334480"/>
          </a:xfrm>
        </p:spPr>
        <p:txBody>
          <a:bodyPr>
            <a:normAutofit/>
          </a:bodyPr>
          <a:lstStyle>
            <a:lvl1pPr marL="0" indent="0">
              <a:buNone/>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7" name="Text Placeholder 13">
            <a:extLst>
              <a:ext uri="{FF2B5EF4-FFF2-40B4-BE49-F238E27FC236}">
                <a16:creationId xmlns:a16="http://schemas.microsoft.com/office/drawing/2014/main" id="{65764EE2-CEC1-4C18-8B64-3846DAFFB77B}"/>
              </a:ext>
            </a:extLst>
          </p:cNvPr>
          <p:cNvSpPr>
            <a:spLocks noGrp="1"/>
          </p:cNvSpPr>
          <p:nvPr>
            <p:ph type="body" sz="quarter" idx="16"/>
          </p:nvPr>
        </p:nvSpPr>
        <p:spPr>
          <a:xfrm>
            <a:off x="836285" y="1474283"/>
            <a:ext cx="5160300" cy="267806"/>
          </a:xfrm>
        </p:spPr>
        <p:txBody>
          <a:bodyPr>
            <a:noAutofit/>
          </a:bodyPr>
          <a:lstStyle>
            <a:lvl1pPr marL="0" indent="0">
              <a:buNone/>
              <a:defRPr sz="1400">
                <a:latin typeface="Gotham Medium" panose="02000604030000020004" pitchFamily="50" charset="0"/>
              </a:defRPr>
            </a:lvl1pPr>
            <a:lvl2pPr>
              <a:defRPr sz="1400">
                <a:latin typeface="Gotham Medium" panose="02000604030000020004" pitchFamily="50" charset="0"/>
              </a:defRPr>
            </a:lvl2pPr>
            <a:lvl3pPr>
              <a:defRPr sz="1400">
                <a:latin typeface="Gotham Medium" panose="02000604030000020004" pitchFamily="50" charset="0"/>
              </a:defRPr>
            </a:lvl3pPr>
            <a:lvl4pPr>
              <a:defRPr sz="1400">
                <a:latin typeface="Gotham Medium" panose="02000604030000020004" pitchFamily="50" charset="0"/>
              </a:defRPr>
            </a:lvl4pPr>
            <a:lvl5pPr>
              <a:defRPr sz="1400">
                <a:latin typeface="Gotham Medium" panose="02000604030000020004" pitchFamily="50" charset="0"/>
              </a:defRPr>
            </a:lvl5pPr>
          </a:lstStyle>
          <a:p>
            <a:pPr lvl="0"/>
            <a:r>
              <a:rPr lang="en-GB"/>
              <a:t>Click to edit Master text styles</a:t>
            </a:r>
          </a:p>
        </p:txBody>
      </p:sp>
      <p:sp>
        <p:nvSpPr>
          <p:cNvPr id="20" name="Text Placeholder 13">
            <a:extLst>
              <a:ext uri="{FF2B5EF4-FFF2-40B4-BE49-F238E27FC236}">
                <a16:creationId xmlns:a16="http://schemas.microsoft.com/office/drawing/2014/main" id="{842EE48E-2F82-4966-946D-824BA2DF57D1}"/>
              </a:ext>
            </a:extLst>
          </p:cNvPr>
          <p:cNvSpPr>
            <a:spLocks noGrp="1"/>
          </p:cNvSpPr>
          <p:nvPr>
            <p:ph type="body" sz="quarter" idx="19"/>
          </p:nvPr>
        </p:nvSpPr>
        <p:spPr>
          <a:xfrm>
            <a:off x="6598384" y="1475233"/>
            <a:ext cx="5085614" cy="267806"/>
          </a:xfrm>
        </p:spPr>
        <p:txBody>
          <a:bodyPr>
            <a:noAutofit/>
          </a:bodyPr>
          <a:lstStyle>
            <a:lvl1pPr marL="0" indent="0">
              <a:buNone/>
              <a:defRPr sz="1400">
                <a:latin typeface="Gotham Medium" panose="02000604030000020004" pitchFamily="50" charset="0"/>
              </a:defRPr>
            </a:lvl1pPr>
            <a:lvl2pPr>
              <a:defRPr sz="1400">
                <a:latin typeface="Gotham Medium" panose="02000604030000020004" pitchFamily="50" charset="0"/>
              </a:defRPr>
            </a:lvl2pPr>
            <a:lvl3pPr>
              <a:defRPr sz="1400">
                <a:latin typeface="Gotham Medium" panose="02000604030000020004" pitchFamily="50" charset="0"/>
              </a:defRPr>
            </a:lvl3pPr>
            <a:lvl4pPr>
              <a:defRPr sz="1400">
                <a:latin typeface="Gotham Medium" panose="02000604030000020004" pitchFamily="50" charset="0"/>
              </a:defRPr>
            </a:lvl4pPr>
            <a:lvl5pPr>
              <a:defRPr sz="1400">
                <a:latin typeface="Gotham Medium" panose="02000604030000020004" pitchFamily="50" charset="0"/>
              </a:defRPr>
            </a:lvl5pPr>
          </a:lstStyle>
          <a:p>
            <a:pPr lvl="0"/>
            <a:r>
              <a:rPr lang="en-GB"/>
              <a:t>Click to edit Master text styles</a:t>
            </a:r>
          </a:p>
        </p:txBody>
      </p:sp>
      <p:sp>
        <p:nvSpPr>
          <p:cNvPr id="21" name="Text Placeholder 13">
            <a:extLst>
              <a:ext uri="{FF2B5EF4-FFF2-40B4-BE49-F238E27FC236}">
                <a16:creationId xmlns:a16="http://schemas.microsoft.com/office/drawing/2014/main" id="{42B481FC-BE5B-409E-8F16-28AA8B20DFAF}"/>
              </a:ext>
            </a:extLst>
          </p:cNvPr>
          <p:cNvSpPr>
            <a:spLocks noGrp="1"/>
          </p:cNvSpPr>
          <p:nvPr>
            <p:ph type="body" sz="quarter" idx="20" hasCustomPrompt="1"/>
          </p:nvPr>
        </p:nvSpPr>
        <p:spPr>
          <a:xfrm>
            <a:off x="529771" y="982473"/>
            <a:ext cx="11154217" cy="297129"/>
          </a:xfrm>
        </p:spPr>
        <p:txBody>
          <a:bodyPr>
            <a:noAutofit/>
          </a:bodyPr>
          <a:lstStyle>
            <a:lvl1pPr marL="0" indent="0">
              <a:buNone/>
              <a:defRPr sz="1800">
                <a:solidFill>
                  <a:schemeClr val="accent3"/>
                </a:solidFill>
                <a:latin typeface="+mn-lt"/>
              </a:defRPr>
            </a:lvl1pPr>
            <a:lvl2pPr>
              <a:defRPr sz="1400">
                <a:latin typeface="Gotham Medium" panose="02000604030000020004" pitchFamily="50" charset="0"/>
              </a:defRPr>
            </a:lvl2pPr>
            <a:lvl3pPr>
              <a:defRPr sz="1400">
                <a:latin typeface="Gotham Medium" panose="02000604030000020004" pitchFamily="50" charset="0"/>
              </a:defRPr>
            </a:lvl3pPr>
            <a:lvl4pPr>
              <a:defRPr sz="1400">
                <a:latin typeface="Gotham Medium" panose="02000604030000020004" pitchFamily="50" charset="0"/>
              </a:defRPr>
            </a:lvl4pPr>
            <a:lvl5pPr>
              <a:defRPr sz="1400">
                <a:latin typeface="Gotham Medium" panose="02000604030000020004" pitchFamily="50" charset="0"/>
              </a:defRPr>
            </a:lvl5pPr>
          </a:lstStyle>
          <a:p>
            <a:pPr lvl="0"/>
            <a:r>
              <a:rPr lang="en-US"/>
              <a:t>Subtitle</a:t>
            </a:r>
          </a:p>
        </p:txBody>
      </p:sp>
      <p:cxnSp>
        <p:nvCxnSpPr>
          <p:cNvPr id="23" name="Straight Connector 22">
            <a:extLst>
              <a:ext uri="{FF2B5EF4-FFF2-40B4-BE49-F238E27FC236}">
                <a16:creationId xmlns:a16="http://schemas.microsoft.com/office/drawing/2014/main" id="{C0F92604-5F3C-4BD8-997C-4E6DD75BBCC7}"/>
              </a:ext>
            </a:extLst>
          </p:cNvPr>
          <p:cNvCxnSpPr/>
          <p:nvPr userDrawn="1"/>
        </p:nvCxnSpPr>
        <p:spPr>
          <a:xfrm>
            <a:off x="529771" y="6356350"/>
            <a:ext cx="11154229" cy="0"/>
          </a:xfrm>
          <a:prstGeom prst="line">
            <a:avLst/>
          </a:prstGeom>
        </p:spPr>
        <p:style>
          <a:lnRef idx="1">
            <a:schemeClr val="dk1"/>
          </a:lnRef>
          <a:fillRef idx="0">
            <a:schemeClr val="dk1"/>
          </a:fillRef>
          <a:effectRef idx="0">
            <a:schemeClr val="dk1"/>
          </a:effectRef>
          <a:fontRef idx="minor">
            <a:schemeClr val="tx1"/>
          </a:fontRef>
        </p:style>
      </p:cxnSp>
      <p:sp>
        <p:nvSpPr>
          <p:cNvPr id="29" name="Rectangle 28">
            <a:extLst>
              <a:ext uri="{FF2B5EF4-FFF2-40B4-BE49-F238E27FC236}">
                <a16:creationId xmlns:a16="http://schemas.microsoft.com/office/drawing/2014/main" id="{3EC05DBE-03B5-4B4A-813C-6800C15E9BFA}"/>
              </a:ext>
            </a:extLst>
          </p:cNvPr>
          <p:cNvSpPr/>
          <p:nvPr userDrawn="1"/>
        </p:nvSpPr>
        <p:spPr>
          <a:xfrm>
            <a:off x="646822" y="1451825"/>
            <a:ext cx="144087" cy="31588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Rectangle 29">
            <a:extLst>
              <a:ext uri="{FF2B5EF4-FFF2-40B4-BE49-F238E27FC236}">
                <a16:creationId xmlns:a16="http://schemas.microsoft.com/office/drawing/2014/main" id="{051C22FC-08CC-4F3F-9262-5B04248B6B78}"/>
              </a:ext>
            </a:extLst>
          </p:cNvPr>
          <p:cNvSpPr/>
          <p:nvPr userDrawn="1"/>
        </p:nvSpPr>
        <p:spPr>
          <a:xfrm>
            <a:off x="6396323" y="1451825"/>
            <a:ext cx="144087" cy="31588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Date Placeholder 1">
            <a:extLst>
              <a:ext uri="{FF2B5EF4-FFF2-40B4-BE49-F238E27FC236}">
                <a16:creationId xmlns:a16="http://schemas.microsoft.com/office/drawing/2014/main" id="{756B7F6B-3348-43B5-951B-7E6EAC674AA5}"/>
              </a:ext>
            </a:extLst>
          </p:cNvPr>
          <p:cNvSpPr>
            <a:spLocks noGrp="1"/>
          </p:cNvSpPr>
          <p:nvPr>
            <p:ph type="dt" sz="half" idx="21"/>
          </p:nvPr>
        </p:nvSpPr>
        <p:spPr/>
        <p:txBody>
          <a:bodyPr/>
          <a:lstStyle/>
          <a:p>
            <a:fld id="{5D77077C-FEF9-4A07-92A0-31EDE9512421}" type="datetime1">
              <a:rPr lang="en-US" smtClean="0"/>
              <a:pPr/>
              <a:t>5/7/2026</a:t>
            </a:fld>
            <a:r>
              <a:rPr lang="en-US"/>
              <a:t>; $MM unless otherwise stated</a:t>
            </a:r>
            <a:endParaRPr lang="en-GB"/>
          </a:p>
        </p:txBody>
      </p:sp>
      <p:sp>
        <p:nvSpPr>
          <p:cNvPr id="3" name="Footer Placeholder 2">
            <a:extLst>
              <a:ext uri="{FF2B5EF4-FFF2-40B4-BE49-F238E27FC236}">
                <a16:creationId xmlns:a16="http://schemas.microsoft.com/office/drawing/2014/main" id="{B45D9BC5-C473-4D2A-BFF3-67BF9639513E}"/>
              </a:ext>
            </a:extLst>
          </p:cNvPr>
          <p:cNvSpPr>
            <a:spLocks noGrp="1"/>
          </p:cNvSpPr>
          <p:nvPr>
            <p:ph type="ftr" sz="quarter" idx="22"/>
          </p:nvPr>
        </p:nvSpPr>
        <p:spPr/>
        <p:txBody>
          <a:bodyPr/>
          <a:lstStyle/>
          <a:p>
            <a:r>
              <a:rPr lang="en-GB"/>
              <a:t>Insert Stock Name (XXXX: XXXXX)</a:t>
            </a:r>
          </a:p>
        </p:txBody>
      </p:sp>
      <p:sp>
        <p:nvSpPr>
          <p:cNvPr id="4" name="Slide Number Placeholder 3">
            <a:extLst>
              <a:ext uri="{FF2B5EF4-FFF2-40B4-BE49-F238E27FC236}">
                <a16:creationId xmlns:a16="http://schemas.microsoft.com/office/drawing/2014/main" id="{FC231826-5C89-40F3-B6D8-24BEF694D428}"/>
              </a:ext>
            </a:extLst>
          </p:cNvPr>
          <p:cNvSpPr>
            <a:spLocks noGrp="1"/>
          </p:cNvSpPr>
          <p:nvPr>
            <p:ph type="sldNum" sz="quarter" idx="23"/>
          </p:nvPr>
        </p:nvSpPr>
        <p:spPr/>
        <p:txBody>
          <a:bodyPr/>
          <a:lstStyle/>
          <a:p>
            <a:fld id="{225705C9-C93A-4611-A575-E7A979D414CC}" type="slidenum">
              <a:rPr lang="en-GB" smtClean="0"/>
              <a:pPr/>
              <a:t>‹N°›</a:t>
            </a:fld>
            <a:endParaRPr lang="en-GB"/>
          </a:p>
        </p:txBody>
      </p:sp>
      <p:pic>
        <p:nvPicPr>
          <p:cNvPr id="16" name="Picture 15" descr="Logo&#10;&#10;Description automatically generated">
            <a:extLst>
              <a:ext uri="{FF2B5EF4-FFF2-40B4-BE49-F238E27FC236}">
                <a16:creationId xmlns:a16="http://schemas.microsoft.com/office/drawing/2014/main" id="{FF39350F-462C-2F4C-96C1-9A204DD5824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348335" y="-316820"/>
            <a:ext cx="1676397" cy="1676397"/>
          </a:xfrm>
          <a:prstGeom prst="rect">
            <a:avLst/>
          </a:prstGeom>
        </p:spPr>
      </p:pic>
    </p:spTree>
    <p:extLst>
      <p:ext uri="{BB962C8B-B14F-4D97-AF65-F5344CB8AC3E}">
        <p14:creationId xmlns:p14="http://schemas.microsoft.com/office/powerpoint/2010/main" val="25128784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 Content">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19DC755C-CC3D-4454-8F2E-9F7FFFF77345}"/>
              </a:ext>
            </a:extLst>
          </p:cNvPr>
          <p:cNvSpPr>
            <a:spLocks noGrp="1"/>
          </p:cNvSpPr>
          <p:nvPr>
            <p:ph type="title" hasCustomPrompt="1"/>
          </p:nvPr>
        </p:nvSpPr>
        <p:spPr>
          <a:xfrm>
            <a:off x="529771" y="136525"/>
            <a:ext cx="11154229" cy="794071"/>
          </a:xfrm>
        </p:spPr>
        <p:txBody>
          <a:bodyPr>
            <a:normAutofit/>
          </a:bodyPr>
          <a:lstStyle>
            <a:lvl1pPr>
              <a:defRPr sz="4000">
                <a:latin typeface="Novecento sans wide UltraLight" panose="00000705000000000000" pitchFamily="50" charset="0"/>
              </a:defRPr>
            </a:lvl1pPr>
          </a:lstStyle>
          <a:p>
            <a:r>
              <a:rPr lang="en-US"/>
              <a:t>Title</a:t>
            </a:r>
            <a:endParaRPr lang="en-GB"/>
          </a:p>
        </p:txBody>
      </p:sp>
      <p:sp>
        <p:nvSpPr>
          <p:cNvPr id="9" name="Content Placeholder 2">
            <a:extLst>
              <a:ext uri="{FF2B5EF4-FFF2-40B4-BE49-F238E27FC236}">
                <a16:creationId xmlns:a16="http://schemas.microsoft.com/office/drawing/2014/main" id="{F006A7A6-F3C2-4383-BCCD-5D3DAA1B8D17}"/>
              </a:ext>
            </a:extLst>
          </p:cNvPr>
          <p:cNvSpPr>
            <a:spLocks noGrp="1"/>
          </p:cNvSpPr>
          <p:nvPr>
            <p:ph idx="1" hasCustomPrompt="1"/>
          </p:nvPr>
        </p:nvSpPr>
        <p:spPr>
          <a:xfrm>
            <a:off x="646822" y="1831341"/>
            <a:ext cx="5349762" cy="1827253"/>
          </a:xfrm>
        </p:spPr>
        <p:txBody>
          <a:bodyPr>
            <a:normAutofit/>
          </a:bodyPr>
          <a:lstStyle>
            <a:lvl1pPr marL="0" indent="0">
              <a:buNone/>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13" name="Straight Connector 12">
            <a:extLst>
              <a:ext uri="{FF2B5EF4-FFF2-40B4-BE49-F238E27FC236}">
                <a16:creationId xmlns:a16="http://schemas.microsoft.com/office/drawing/2014/main" id="{CEB59B9F-3C2B-41EC-BFD4-CE1C225EAC62}"/>
              </a:ext>
            </a:extLst>
          </p:cNvPr>
          <p:cNvCxnSpPr/>
          <p:nvPr userDrawn="1"/>
        </p:nvCxnSpPr>
        <p:spPr>
          <a:xfrm>
            <a:off x="529771" y="930596"/>
            <a:ext cx="11154229" cy="0"/>
          </a:xfrm>
          <a:prstGeom prst="line">
            <a:avLst/>
          </a:prstGeom>
        </p:spPr>
        <p:style>
          <a:lnRef idx="1">
            <a:schemeClr val="dk1"/>
          </a:lnRef>
          <a:fillRef idx="0">
            <a:schemeClr val="dk1"/>
          </a:fillRef>
          <a:effectRef idx="0">
            <a:schemeClr val="dk1"/>
          </a:effectRef>
          <a:fontRef idx="minor">
            <a:schemeClr val="tx1"/>
          </a:fontRef>
        </p:style>
      </p:cxnSp>
      <p:sp>
        <p:nvSpPr>
          <p:cNvPr id="14" name="Content Placeholder 2">
            <a:extLst>
              <a:ext uri="{FF2B5EF4-FFF2-40B4-BE49-F238E27FC236}">
                <a16:creationId xmlns:a16="http://schemas.microsoft.com/office/drawing/2014/main" id="{00DAA218-479B-4B09-A63D-9DB8EA679053}"/>
              </a:ext>
            </a:extLst>
          </p:cNvPr>
          <p:cNvSpPr>
            <a:spLocks noGrp="1"/>
          </p:cNvSpPr>
          <p:nvPr>
            <p:ph idx="13" hasCustomPrompt="1"/>
          </p:nvPr>
        </p:nvSpPr>
        <p:spPr>
          <a:xfrm>
            <a:off x="646822" y="4278999"/>
            <a:ext cx="5349762" cy="1886841"/>
          </a:xfrm>
        </p:spPr>
        <p:txBody>
          <a:bodyPr>
            <a:normAutofit/>
          </a:bodyPr>
          <a:lstStyle>
            <a:lvl1pPr marL="0" indent="0">
              <a:buNone/>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5" name="Content Placeholder 2">
            <a:extLst>
              <a:ext uri="{FF2B5EF4-FFF2-40B4-BE49-F238E27FC236}">
                <a16:creationId xmlns:a16="http://schemas.microsoft.com/office/drawing/2014/main" id="{EA6EC0B9-9F4B-4185-AF80-49BE331D9D7D}"/>
              </a:ext>
            </a:extLst>
          </p:cNvPr>
          <p:cNvSpPr>
            <a:spLocks noGrp="1"/>
          </p:cNvSpPr>
          <p:nvPr>
            <p:ph idx="14" hasCustomPrompt="1"/>
          </p:nvPr>
        </p:nvSpPr>
        <p:spPr>
          <a:xfrm>
            <a:off x="6391564" y="1831341"/>
            <a:ext cx="5292436" cy="1827253"/>
          </a:xfrm>
        </p:spPr>
        <p:txBody>
          <a:bodyPr>
            <a:normAutofit/>
          </a:bodyPr>
          <a:lstStyle>
            <a:lvl1pPr marL="0" indent="0">
              <a:buNone/>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6" name="Content Placeholder 2">
            <a:extLst>
              <a:ext uri="{FF2B5EF4-FFF2-40B4-BE49-F238E27FC236}">
                <a16:creationId xmlns:a16="http://schemas.microsoft.com/office/drawing/2014/main" id="{41027A55-6DF2-420E-8CC7-658F674FE44E}"/>
              </a:ext>
            </a:extLst>
          </p:cNvPr>
          <p:cNvSpPr>
            <a:spLocks noGrp="1"/>
          </p:cNvSpPr>
          <p:nvPr>
            <p:ph idx="15" hasCustomPrompt="1"/>
          </p:nvPr>
        </p:nvSpPr>
        <p:spPr>
          <a:xfrm>
            <a:off x="6391564" y="4279000"/>
            <a:ext cx="5292436" cy="1886835"/>
          </a:xfrm>
        </p:spPr>
        <p:txBody>
          <a:bodyPr>
            <a:normAutofit/>
          </a:bodyPr>
          <a:lstStyle>
            <a:lvl1pPr marL="0" indent="0">
              <a:buNone/>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7" name="Text Placeholder 13">
            <a:extLst>
              <a:ext uri="{FF2B5EF4-FFF2-40B4-BE49-F238E27FC236}">
                <a16:creationId xmlns:a16="http://schemas.microsoft.com/office/drawing/2014/main" id="{65764EE2-CEC1-4C18-8B64-3846DAFFB77B}"/>
              </a:ext>
            </a:extLst>
          </p:cNvPr>
          <p:cNvSpPr>
            <a:spLocks noGrp="1"/>
          </p:cNvSpPr>
          <p:nvPr>
            <p:ph type="body" sz="quarter" idx="16"/>
          </p:nvPr>
        </p:nvSpPr>
        <p:spPr>
          <a:xfrm>
            <a:off x="836285" y="1474283"/>
            <a:ext cx="5160300" cy="267806"/>
          </a:xfrm>
        </p:spPr>
        <p:txBody>
          <a:bodyPr>
            <a:noAutofit/>
          </a:bodyPr>
          <a:lstStyle>
            <a:lvl1pPr marL="0" indent="0">
              <a:buNone/>
              <a:defRPr sz="1400">
                <a:latin typeface="Gotham Medium" panose="02000604030000020004" pitchFamily="50" charset="0"/>
              </a:defRPr>
            </a:lvl1pPr>
            <a:lvl2pPr>
              <a:defRPr sz="1400">
                <a:latin typeface="Gotham Medium" panose="02000604030000020004" pitchFamily="50" charset="0"/>
              </a:defRPr>
            </a:lvl2pPr>
            <a:lvl3pPr>
              <a:defRPr sz="1400">
                <a:latin typeface="Gotham Medium" panose="02000604030000020004" pitchFamily="50" charset="0"/>
              </a:defRPr>
            </a:lvl3pPr>
            <a:lvl4pPr>
              <a:defRPr sz="1400">
                <a:latin typeface="Gotham Medium" panose="02000604030000020004" pitchFamily="50" charset="0"/>
              </a:defRPr>
            </a:lvl4pPr>
            <a:lvl5pPr>
              <a:defRPr sz="1400">
                <a:latin typeface="Gotham Medium" panose="02000604030000020004" pitchFamily="50" charset="0"/>
              </a:defRPr>
            </a:lvl5pPr>
          </a:lstStyle>
          <a:p>
            <a:pPr lvl="0"/>
            <a:r>
              <a:rPr lang="en-GB"/>
              <a:t>Click to edit Master text styles</a:t>
            </a:r>
          </a:p>
        </p:txBody>
      </p:sp>
      <p:sp>
        <p:nvSpPr>
          <p:cNvPr id="18" name="Text Placeholder 13">
            <a:extLst>
              <a:ext uri="{FF2B5EF4-FFF2-40B4-BE49-F238E27FC236}">
                <a16:creationId xmlns:a16="http://schemas.microsoft.com/office/drawing/2014/main" id="{FFDD6659-028F-4CE9-857A-34855DAC9AFD}"/>
              </a:ext>
            </a:extLst>
          </p:cNvPr>
          <p:cNvSpPr>
            <a:spLocks noGrp="1"/>
          </p:cNvSpPr>
          <p:nvPr>
            <p:ph type="body" sz="quarter" idx="17"/>
          </p:nvPr>
        </p:nvSpPr>
        <p:spPr>
          <a:xfrm>
            <a:off x="836285" y="3942442"/>
            <a:ext cx="5160300" cy="267806"/>
          </a:xfrm>
        </p:spPr>
        <p:txBody>
          <a:bodyPr>
            <a:noAutofit/>
          </a:bodyPr>
          <a:lstStyle>
            <a:lvl1pPr marL="0" indent="0">
              <a:buNone/>
              <a:defRPr sz="1400">
                <a:latin typeface="Gotham Medium" panose="02000604030000020004" pitchFamily="50" charset="0"/>
              </a:defRPr>
            </a:lvl1pPr>
            <a:lvl2pPr>
              <a:defRPr sz="1400">
                <a:latin typeface="Gotham Medium" panose="02000604030000020004" pitchFamily="50" charset="0"/>
              </a:defRPr>
            </a:lvl2pPr>
            <a:lvl3pPr>
              <a:defRPr sz="1400">
                <a:latin typeface="Gotham Medium" panose="02000604030000020004" pitchFamily="50" charset="0"/>
              </a:defRPr>
            </a:lvl3pPr>
            <a:lvl4pPr>
              <a:defRPr sz="1400">
                <a:latin typeface="Gotham Medium" panose="02000604030000020004" pitchFamily="50" charset="0"/>
              </a:defRPr>
            </a:lvl4pPr>
            <a:lvl5pPr>
              <a:defRPr sz="1400">
                <a:latin typeface="Gotham Medium" panose="02000604030000020004" pitchFamily="50" charset="0"/>
              </a:defRPr>
            </a:lvl5pPr>
          </a:lstStyle>
          <a:p>
            <a:pPr lvl="0"/>
            <a:r>
              <a:rPr lang="en-GB"/>
              <a:t>Click to edit Master text styles</a:t>
            </a:r>
          </a:p>
        </p:txBody>
      </p:sp>
      <p:sp>
        <p:nvSpPr>
          <p:cNvPr id="19" name="Text Placeholder 13">
            <a:extLst>
              <a:ext uri="{FF2B5EF4-FFF2-40B4-BE49-F238E27FC236}">
                <a16:creationId xmlns:a16="http://schemas.microsoft.com/office/drawing/2014/main" id="{8F5981D2-C015-4185-B2AD-7DC0F858B885}"/>
              </a:ext>
            </a:extLst>
          </p:cNvPr>
          <p:cNvSpPr>
            <a:spLocks noGrp="1"/>
          </p:cNvSpPr>
          <p:nvPr>
            <p:ph type="body" sz="quarter" idx="18"/>
          </p:nvPr>
        </p:nvSpPr>
        <p:spPr>
          <a:xfrm>
            <a:off x="6598386" y="3947562"/>
            <a:ext cx="5085614" cy="267806"/>
          </a:xfrm>
        </p:spPr>
        <p:txBody>
          <a:bodyPr>
            <a:noAutofit/>
          </a:bodyPr>
          <a:lstStyle>
            <a:lvl1pPr marL="0" indent="0">
              <a:buNone/>
              <a:defRPr sz="1400">
                <a:latin typeface="Gotham Medium" panose="02000604030000020004" pitchFamily="50" charset="0"/>
              </a:defRPr>
            </a:lvl1pPr>
            <a:lvl2pPr>
              <a:defRPr sz="1400">
                <a:latin typeface="Gotham Medium" panose="02000604030000020004" pitchFamily="50" charset="0"/>
              </a:defRPr>
            </a:lvl2pPr>
            <a:lvl3pPr>
              <a:defRPr sz="1400">
                <a:latin typeface="Gotham Medium" panose="02000604030000020004" pitchFamily="50" charset="0"/>
              </a:defRPr>
            </a:lvl3pPr>
            <a:lvl4pPr>
              <a:defRPr sz="1400">
                <a:latin typeface="Gotham Medium" panose="02000604030000020004" pitchFamily="50" charset="0"/>
              </a:defRPr>
            </a:lvl4pPr>
            <a:lvl5pPr>
              <a:defRPr sz="1400">
                <a:latin typeface="Gotham Medium" panose="02000604030000020004" pitchFamily="50" charset="0"/>
              </a:defRPr>
            </a:lvl5pPr>
          </a:lstStyle>
          <a:p>
            <a:pPr lvl="0"/>
            <a:r>
              <a:rPr lang="en-GB"/>
              <a:t>Click to edit Master text styles</a:t>
            </a:r>
          </a:p>
        </p:txBody>
      </p:sp>
      <p:sp>
        <p:nvSpPr>
          <p:cNvPr id="20" name="Text Placeholder 13">
            <a:extLst>
              <a:ext uri="{FF2B5EF4-FFF2-40B4-BE49-F238E27FC236}">
                <a16:creationId xmlns:a16="http://schemas.microsoft.com/office/drawing/2014/main" id="{842EE48E-2F82-4966-946D-824BA2DF57D1}"/>
              </a:ext>
            </a:extLst>
          </p:cNvPr>
          <p:cNvSpPr>
            <a:spLocks noGrp="1"/>
          </p:cNvSpPr>
          <p:nvPr>
            <p:ph type="body" sz="quarter" idx="19"/>
          </p:nvPr>
        </p:nvSpPr>
        <p:spPr>
          <a:xfrm>
            <a:off x="6598384" y="1475233"/>
            <a:ext cx="5085614" cy="267806"/>
          </a:xfrm>
        </p:spPr>
        <p:txBody>
          <a:bodyPr>
            <a:noAutofit/>
          </a:bodyPr>
          <a:lstStyle>
            <a:lvl1pPr marL="0" indent="0">
              <a:buNone/>
              <a:defRPr sz="1400">
                <a:latin typeface="Gotham Medium" panose="02000604030000020004" pitchFamily="50" charset="0"/>
              </a:defRPr>
            </a:lvl1pPr>
            <a:lvl2pPr>
              <a:defRPr sz="1400">
                <a:latin typeface="Gotham Medium" panose="02000604030000020004" pitchFamily="50" charset="0"/>
              </a:defRPr>
            </a:lvl2pPr>
            <a:lvl3pPr>
              <a:defRPr sz="1400">
                <a:latin typeface="Gotham Medium" panose="02000604030000020004" pitchFamily="50" charset="0"/>
              </a:defRPr>
            </a:lvl3pPr>
            <a:lvl4pPr>
              <a:defRPr sz="1400">
                <a:latin typeface="Gotham Medium" panose="02000604030000020004" pitchFamily="50" charset="0"/>
              </a:defRPr>
            </a:lvl4pPr>
            <a:lvl5pPr>
              <a:defRPr sz="1400">
                <a:latin typeface="Gotham Medium" panose="02000604030000020004" pitchFamily="50" charset="0"/>
              </a:defRPr>
            </a:lvl5pPr>
          </a:lstStyle>
          <a:p>
            <a:pPr lvl="0"/>
            <a:r>
              <a:rPr lang="en-GB"/>
              <a:t>Click to edit Master text styles</a:t>
            </a:r>
          </a:p>
        </p:txBody>
      </p:sp>
      <p:sp>
        <p:nvSpPr>
          <p:cNvPr id="21" name="Text Placeholder 13">
            <a:extLst>
              <a:ext uri="{FF2B5EF4-FFF2-40B4-BE49-F238E27FC236}">
                <a16:creationId xmlns:a16="http://schemas.microsoft.com/office/drawing/2014/main" id="{42B481FC-BE5B-409E-8F16-28AA8B20DFAF}"/>
              </a:ext>
            </a:extLst>
          </p:cNvPr>
          <p:cNvSpPr>
            <a:spLocks noGrp="1"/>
          </p:cNvSpPr>
          <p:nvPr>
            <p:ph type="body" sz="quarter" idx="20" hasCustomPrompt="1"/>
          </p:nvPr>
        </p:nvSpPr>
        <p:spPr>
          <a:xfrm>
            <a:off x="529771" y="982473"/>
            <a:ext cx="11154217" cy="297129"/>
          </a:xfrm>
        </p:spPr>
        <p:txBody>
          <a:bodyPr>
            <a:noAutofit/>
          </a:bodyPr>
          <a:lstStyle>
            <a:lvl1pPr marL="0" indent="0">
              <a:buNone/>
              <a:defRPr sz="1800">
                <a:solidFill>
                  <a:schemeClr val="accent3"/>
                </a:solidFill>
                <a:latin typeface="+mn-lt"/>
              </a:defRPr>
            </a:lvl1pPr>
            <a:lvl2pPr>
              <a:defRPr sz="1400">
                <a:latin typeface="Gotham Medium" panose="02000604030000020004" pitchFamily="50" charset="0"/>
              </a:defRPr>
            </a:lvl2pPr>
            <a:lvl3pPr>
              <a:defRPr sz="1400">
                <a:latin typeface="Gotham Medium" panose="02000604030000020004" pitchFamily="50" charset="0"/>
              </a:defRPr>
            </a:lvl3pPr>
            <a:lvl4pPr>
              <a:defRPr sz="1400">
                <a:latin typeface="Gotham Medium" panose="02000604030000020004" pitchFamily="50" charset="0"/>
              </a:defRPr>
            </a:lvl4pPr>
            <a:lvl5pPr>
              <a:defRPr sz="1400">
                <a:latin typeface="Gotham Medium" panose="02000604030000020004" pitchFamily="50" charset="0"/>
              </a:defRPr>
            </a:lvl5pPr>
          </a:lstStyle>
          <a:p>
            <a:pPr lvl="0"/>
            <a:r>
              <a:rPr lang="en-US"/>
              <a:t>Subtitle</a:t>
            </a:r>
          </a:p>
        </p:txBody>
      </p:sp>
      <p:cxnSp>
        <p:nvCxnSpPr>
          <p:cNvPr id="23" name="Straight Connector 22">
            <a:extLst>
              <a:ext uri="{FF2B5EF4-FFF2-40B4-BE49-F238E27FC236}">
                <a16:creationId xmlns:a16="http://schemas.microsoft.com/office/drawing/2014/main" id="{C0F92604-5F3C-4BD8-997C-4E6DD75BBCC7}"/>
              </a:ext>
            </a:extLst>
          </p:cNvPr>
          <p:cNvCxnSpPr/>
          <p:nvPr userDrawn="1"/>
        </p:nvCxnSpPr>
        <p:spPr>
          <a:xfrm>
            <a:off x="529771" y="6356350"/>
            <a:ext cx="11154229" cy="0"/>
          </a:xfrm>
          <a:prstGeom prst="line">
            <a:avLst/>
          </a:prstGeom>
        </p:spPr>
        <p:style>
          <a:lnRef idx="1">
            <a:schemeClr val="dk1"/>
          </a:lnRef>
          <a:fillRef idx="0">
            <a:schemeClr val="dk1"/>
          </a:fillRef>
          <a:effectRef idx="0">
            <a:schemeClr val="dk1"/>
          </a:effectRef>
          <a:fontRef idx="minor">
            <a:schemeClr val="tx1"/>
          </a:fontRef>
        </p:style>
      </p:cxnSp>
      <p:sp>
        <p:nvSpPr>
          <p:cNvPr id="26" name="Rectangle 25">
            <a:extLst>
              <a:ext uri="{FF2B5EF4-FFF2-40B4-BE49-F238E27FC236}">
                <a16:creationId xmlns:a16="http://schemas.microsoft.com/office/drawing/2014/main" id="{0247991C-F1ED-42EC-B609-337B1E8F88A3}"/>
              </a:ext>
            </a:extLst>
          </p:cNvPr>
          <p:cNvSpPr/>
          <p:nvPr userDrawn="1"/>
        </p:nvSpPr>
        <p:spPr>
          <a:xfrm>
            <a:off x="637309" y="3922943"/>
            <a:ext cx="144087" cy="31588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Rectangle 27">
            <a:extLst>
              <a:ext uri="{FF2B5EF4-FFF2-40B4-BE49-F238E27FC236}">
                <a16:creationId xmlns:a16="http://schemas.microsoft.com/office/drawing/2014/main" id="{0D999873-8DD7-40C5-A476-7C5ED7AD6134}"/>
              </a:ext>
            </a:extLst>
          </p:cNvPr>
          <p:cNvSpPr/>
          <p:nvPr userDrawn="1"/>
        </p:nvSpPr>
        <p:spPr>
          <a:xfrm>
            <a:off x="6391564" y="3915346"/>
            <a:ext cx="144087" cy="31588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Rectangle 28">
            <a:extLst>
              <a:ext uri="{FF2B5EF4-FFF2-40B4-BE49-F238E27FC236}">
                <a16:creationId xmlns:a16="http://schemas.microsoft.com/office/drawing/2014/main" id="{3EC05DBE-03B5-4B4A-813C-6800C15E9BFA}"/>
              </a:ext>
            </a:extLst>
          </p:cNvPr>
          <p:cNvSpPr/>
          <p:nvPr userDrawn="1"/>
        </p:nvSpPr>
        <p:spPr>
          <a:xfrm>
            <a:off x="646822" y="1451825"/>
            <a:ext cx="144087" cy="31588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Rectangle 29">
            <a:extLst>
              <a:ext uri="{FF2B5EF4-FFF2-40B4-BE49-F238E27FC236}">
                <a16:creationId xmlns:a16="http://schemas.microsoft.com/office/drawing/2014/main" id="{051C22FC-08CC-4F3F-9262-5B04248B6B78}"/>
              </a:ext>
            </a:extLst>
          </p:cNvPr>
          <p:cNvSpPr/>
          <p:nvPr userDrawn="1"/>
        </p:nvSpPr>
        <p:spPr>
          <a:xfrm>
            <a:off x="6396323" y="1451825"/>
            <a:ext cx="144087" cy="31588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Date Placeholder 1">
            <a:extLst>
              <a:ext uri="{FF2B5EF4-FFF2-40B4-BE49-F238E27FC236}">
                <a16:creationId xmlns:a16="http://schemas.microsoft.com/office/drawing/2014/main" id="{034AA53C-E74A-4A17-AD89-64DB9F644D79}"/>
              </a:ext>
            </a:extLst>
          </p:cNvPr>
          <p:cNvSpPr>
            <a:spLocks noGrp="1"/>
          </p:cNvSpPr>
          <p:nvPr>
            <p:ph type="dt" sz="half" idx="21"/>
          </p:nvPr>
        </p:nvSpPr>
        <p:spPr/>
        <p:txBody>
          <a:bodyPr/>
          <a:lstStyle/>
          <a:p>
            <a:fld id="{5D77077C-FEF9-4A07-92A0-31EDE9512421}" type="datetime1">
              <a:rPr lang="en-US" smtClean="0"/>
              <a:pPr/>
              <a:t>5/7/2026</a:t>
            </a:fld>
            <a:r>
              <a:rPr lang="en-US"/>
              <a:t>; $MM unless otherwise stated</a:t>
            </a:r>
            <a:endParaRPr lang="en-GB"/>
          </a:p>
        </p:txBody>
      </p:sp>
      <p:sp>
        <p:nvSpPr>
          <p:cNvPr id="3" name="Footer Placeholder 2">
            <a:extLst>
              <a:ext uri="{FF2B5EF4-FFF2-40B4-BE49-F238E27FC236}">
                <a16:creationId xmlns:a16="http://schemas.microsoft.com/office/drawing/2014/main" id="{7EF27A3F-E107-453F-9CFA-03696D7E1C25}"/>
              </a:ext>
            </a:extLst>
          </p:cNvPr>
          <p:cNvSpPr>
            <a:spLocks noGrp="1"/>
          </p:cNvSpPr>
          <p:nvPr>
            <p:ph type="ftr" sz="quarter" idx="22"/>
          </p:nvPr>
        </p:nvSpPr>
        <p:spPr/>
        <p:txBody>
          <a:bodyPr/>
          <a:lstStyle/>
          <a:p>
            <a:r>
              <a:rPr lang="en-GB"/>
              <a:t>Insert Stock Name (XXXX: XXXXX)</a:t>
            </a:r>
          </a:p>
        </p:txBody>
      </p:sp>
      <p:sp>
        <p:nvSpPr>
          <p:cNvPr id="4" name="Slide Number Placeholder 3">
            <a:extLst>
              <a:ext uri="{FF2B5EF4-FFF2-40B4-BE49-F238E27FC236}">
                <a16:creationId xmlns:a16="http://schemas.microsoft.com/office/drawing/2014/main" id="{D55E6F92-1450-4A22-A812-B8415E22DD92}"/>
              </a:ext>
            </a:extLst>
          </p:cNvPr>
          <p:cNvSpPr>
            <a:spLocks noGrp="1"/>
          </p:cNvSpPr>
          <p:nvPr>
            <p:ph type="sldNum" sz="quarter" idx="23"/>
          </p:nvPr>
        </p:nvSpPr>
        <p:spPr/>
        <p:txBody>
          <a:bodyPr/>
          <a:lstStyle/>
          <a:p>
            <a:fld id="{225705C9-C93A-4611-A575-E7A979D414CC}" type="slidenum">
              <a:rPr lang="en-GB" smtClean="0"/>
              <a:pPr/>
              <a:t>‹N°›</a:t>
            </a:fld>
            <a:endParaRPr lang="en-GB"/>
          </a:p>
        </p:txBody>
      </p:sp>
      <p:pic>
        <p:nvPicPr>
          <p:cNvPr id="22" name="Picture 21" descr="Logo&#10;&#10;Description automatically generated">
            <a:extLst>
              <a:ext uri="{FF2B5EF4-FFF2-40B4-BE49-F238E27FC236}">
                <a16:creationId xmlns:a16="http://schemas.microsoft.com/office/drawing/2014/main" id="{DE8BFCCE-B583-7744-A6FF-0BA1D1F7742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348335" y="-316820"/>
            <a:ext cx="1676397" cy="1676397"/>
          </a:xfrm>
          <a:prstGeom prst="rect">
            <a:avLst/>
          </a:prstGeom>
        </p:spPr>
      </p:pic>
    </p:spTree>
    <p:extLst>
      <p:ext uri="{BB962C8B-B14F-4D97-AF65-F5344CB8AC3E}">
        <p14:creationId xmlns:p14="http://schemas.microsoft.com/office/powerpoint/2010/main" val="37810130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 Content (v1)">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19DC755C-CC3D-4454-8F2E-9F7FFFF77345}"/>
              </a:ext>
            </a:extLst>
          </p:cNvPr>
          <p:cNvSpPr>
            <a:spLocks noGrp="1"/>
          </p:cNvSpPr>
          <p:nvPr>
            <p:ph type="title" hasCustomPrompt="1"/>
          </p:nvPr>
        </p:nvSpPr>
        <p:spPr>
          <a:xfrm>
            <a:off x="529771" y="136525"/>
            <a:ext cx="11154229" cy="794071"/>
          </a:xfrm>
        </p:spPr>
        <p:txBody>
          <a:bodyPr>
            <a:normAutofit/>
          </a:bodyPr>
          <a:lstStyle>
            <a:lvl1pPr>
              <a:defRPr sz="4000">
                <a:latin typeface="Novecento sans wide UltraLight" panose="00000705000000000000" pitchFamily="50" charset="0"/>
              </a:defRPr>
            </a:lvl1pPr>
          </a:lstStyle>
          <a:p>
            <a:r>
              <a:rPr lang="en-US"/>
              <a:t>Title</a:t>
            </a:r>
            <a:endParaRPr lang="en-GB"/>
          </a:p>
        </p:txBody>
      </p:sp>
      <p:cxnSp>
        <p:nvCxnSpPr>
          <p:cNvPr id="13" name="Straight Connector 12">
            <a:extLst>
              <a:ext uri="{FF2B5EF4-FFF2-40B4-BE49-F238E27FC236}">
                <a16:creationId xmlns:a16="http://schemas.microsoft.com/office/drawing/2014/main" id="{CEB59B9F-3C2B-41EC-BFD4-CE1C225EAC62}"/>
              </a:ext>
            </a:extLst>
          </p:cNvPr>
          <p:cNvCxnSpPr/>
          <p:nvPr userDrawn="1"/>
        </p:nvCxnSpPr>
        <p:spPr>
          <a:xfrm>
            <a:off x="529771" y="930596"/>
            <a:ext cx="11154229" cy="0"/>
          </a:xfrm>
          <a:prstGeom prst="line">
            <a:avLst/>
          </a:prstGeom>
        </p:spPr>
        <p:style>
          <a:lnRef idx="1">
            <a:schemeClr val="dk1"/>
          </a:lnRef>
          <a:fillRef idx="0">
            <a:schemeClr val="dk1"/>
          </a:fillRef>
          <a:effectRef idx="0">
            <a:schemeClr val="dk1"/>
          </a:effectRef>
          <a:fontRef idx="minor">
            <a:schemeClr val="tx1"/>
          </a:fontRef>
        </p:style>
      </p:cxnSp>
      <p:sp>
        <p:nvSpPr>
          <p:cNvPr id="15" name="Content Placeholder 2">
            <a:extLst>
              <a:ext uri="{FF2B5EF4-FFF2-40B4-BE49-F238E27FC236}">
                <a16:creationId xmlns:a16="http://schemas.microsoft.com/office/drawing/2014/main" id="{EA6EC0B9-9F4B-4185-AF80-49BE331D9D7D}"/>
              </a:ext>
            </a:extLst>
          </p:cNvPr>
          <p:cNvSpPr>
            <a:spLocks noGrp="1"/>
          </p:cNvSpPr>
          <p:nvPr>
            <p:ph idx="14" hasCustomPrompt="1"/>
          </p:nvPr>
        </p:nvSpPr>
        <p:spPr>
          <a:xfrm>
            <a:off x="6391564" y="1831341"/>
            <a:ext cx="5292436" cy="4334480"/>
          </a:xfrm>
        </p:spPr>
        <p:txBody>
          <a:bodyPr>
            <a:normAutofit/>
          </a:bodyPr>
          <a:lstStyle>
            <a:lvl1pPr marL="0" indent="0">
              <a:buNone/>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0" name="Text Placeholder 13">
            <a:extLst>
              <a:ext uri="{FF2B5EF4-FFF2-40B4-BE49-F238E27FC236}">
                <a16:creationId xmlns:a16="http://schemas.microsoft.com/office/drawing/2014/main" id="{842EE48E-2F82-4966-946D-824BA2DF57D1}"/>
              </a:ext>
            </a:extLst>
          </p:cNvPr>
          <p:cNvSpPr>
            <a:spLocks noGrp="1"/>
          </p:cNvSpPr>
          <p:nvPr>
            <p:ph type="body" sz="quarter" idx="19"/>
          </p:nvPr>
        </p:nvSpPr>
        <p:spPr>
          <a:xfrm>
            <a:off x="6598384" y="1475233"/>
            <a:ext cx="5085614" cy="267806"/>
          </a:xfrm>
        </p:spPr>
        <p:txBody>
          <a:bodyPr>
            <a:noAutofit/>
          </a:bodyPr>
          <a:lstStyle>
            <a:lvl1pPr marL="0" indent="0">
              <a:buNone/>
              <a:defRPr sz="1400">
                <a:latin typeface="Gotham Medium" panose="02000604030000020004" pitchFamily="50" charset="0"/>
              </a:defRPr>
            </a:lvl1pPr>
            <a:lvl2pPr>
              <a:defRPr sz="1400">
                <a:latin typeface="Gotham Medium" panose="02000604030000020004" pitchFamily="50" charset="0"/>
              </a:defRPr>
            </a:lvl2pPr>
            <a:lvl3pPr>
              <a:defRPr sz="1400">
                <a:latin typeface="Gotham Medium" panose="02000604030000020004" pitchFamily="50" charset="0"/>
              </a:defRPr>
            </a:lvl3pPr>
            <a:lvl4pPr>
              <a:defRPr sz="1400">
                <a:latin typeface="Gotham Medium" panose="02000604030000020004" pitchFamily="50" charset="0"/>
              </a:defRPr>
            </a:lvl4pPr>
            <a:lvl5pPr>
              <a:defRPr sz="1400">
                <a:latin typeface="Gotham Medium" panose="02000604030000020004" pitchFamily="50" charset="0"/>
              </a:defRPr>
            </a:lvl5pPr>
          </a:lstStyle>
          <a:p>
            <a:pPr lvl="0"/>
            <a:r>
              <a:rPr lang="en-GB"/>
              <a:t>Click to edit Master text styles</a:t>
            </a:r>
          </a:p>
        </p:txBody>
      </p:sp>
      <p:sp>
        <p:nvSpPr>
          <p:cNvPr id="21" name="Text Placeholder 13">
            <a:extLst>
              <a:ext uri="{FF2B5EF4-FFF2-40B4-BE49-F238E27FC236}">
                <a16:creationId xmlns:a16="http://schemas.microsoft.com/office/drawing/2014/main" id="{42B481FC-BE5B-409E-8F16-28AA8B20DFAF}"/>
              </a:ext>
            </a:extLst>
          </p:cNvPr>
          <p:cNvSpPr>
            <a:spLocks noGrp="1"/>
          </p:cNvSpPr>
          <p:nvPr>
            <p:ph type="body" sz="quarter" idx="20" hasCustomPrompt="1"/>
          </p:nvPr>
        </p:nvSpPr>
        <p:spPr>
          <a:xfrm>
            <a:off x="529771" y="982473"/>
            <a:ext cx="11154217" cy="297129"/>
          </a:xfrm>
        </p:spPr>
        <p:txBody>
          <a:bodyPr>
            <a:noAutofit/>
          </a:bodyPr>
          <a:lstStyle>
            <a:lvl1pPr marL="0" indent="0">
              <a:buNone/>
              <a:defRPr sz="1800">
                <a:solidFill>
                  <a:schemeClr val="accent3"/>
                </a:solidFill>
                <a:latin typeface="+mn-lt"/>
              </a:defRPr>
            </a:lvl1pPr>
            <a:lvl2pPr>
              <a:defRPr sz="1400">
                <a:latin typeface="Gotham Medium" panose="02000604030000020004" pitchFamily="50" charset="0"/>
              </a:defRPr>
            </a:lvl2pPr>
            <a:lvl3pPr>
              <a:defRPr sz="1400">
                <a:latin typeface="Gotham Medium" panose="02000604030000020004" pitchFamily="50" charset="0"/>
              </a:defRPr>
            </a:lvl3pPr>
            <a:lvl4pPr>
              <a:defRPr sz="1400">
                <a:latin typeface="Gotham Medium" panose="02000604030000020004" pitchFamily="50" charset="0"/>
              </a:defRPr>
            </a:lvl4pPr>
            <a:lvl5pPr>
              <a:defRPr sz="1400">
                <a:latin typeface="Gotham Medium" panose="02000604030000020004" pitchFamily="50" charset="0"/>
              </a:defRPr>
            </a:lvl5pPr>
          </a:lstStyle>
          <a:p>
            <a:pPr lvl="0"/>
            <a:r>
              <a:rPr lang="en-US"/>
              <a:t>Subtitle</a:t>
            </a:r>
          </a:p>
        </p:txBody>
      </p:sp>
      <p:cxnSp>
        <p:nvCxnSpPr>
          <p:cNvPr id="23" name="Straight Connector 22">
            <a:extLst>
              <a:ext uri="{FF2B5EF4-FFF2-40B4-BE49-F238E27FC236}">
                <a16:creationId xmlns:a16="http://schemas.microsoft.com/office/drawing/2014/main" id="{C0F92604-5F3C-4BD8-997C-4E6DD75BBCC7}"/>
              </a:ext>
            </a:extLst>
          </p:cNvPr>
          <p:cNvCxnSpPr/>
          <p:nvPr userDrawn="1"/>
        </p:nvCxnSpPr>
        <p:spPr>
          <a:xfrm>
            <a:off x="529771" y="6356350"/>
            <a:ext cx="11154229" cy="0"/>
          </a:xfrm>
          <a:prstGeom prst="line">
            <a:avLst/>
          </a:prstGeom>
        </p:spPr>
        <p:style>
          <a:lnRef idx="1">
            <a:schemeClr val="dk1"/>
          </a:lnRef>
          <a:fillRef idx="0">
            <a:schemeClr val="dk1"/>
          </a:fillRef>
          <a:effectRef idx="0">
            <a:schemeClr val="dk1"/>
          </a:effectRef>
          <a:fontRef idx="minor">
            <a:schemeClr val="tx1"/>
          </a:fontRef>
        </p:style>
      </p:cxnSp>
      <p:sp>
        <p:nvSpPr>
          <p:cNvPr id="30" name="Rectangle 29">
            <a:extLst>
              <a:ext uri="{FF2B5EF4-FFF2-40B4-BE49-F238E27FC236}">
                <a16:creationId xmlns:a16="http://schemas.microsoft.com/office/drawing/2014/main" id="{051C22FC-08CC-4F3F-9262-5B04248B6B78}"/>
              </a:ext>
            </a:extLst>
          </p:cNvPr>
          <p:cNvSpPr/>
          <p:nvPr userDrawn="1"/>
        </p:nvSpPr>
        <p:spPr>
          <a:xfrm>
            <a:off x="6396323" y="1451825"/>
            <a:ext cx="144087" cy="31588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Content Placeholder 2">
            <a:extLst>
              <a:ext uri="{FF2B5EF4-FFF2-40B4-BE49-F238E27FC236}">
                <a16:creationId xmlns:a16="http://schemas.microsoft.com/office/drawing/2014/main" id="{DB9136C5-A015-4FDC-9B5E-BDD534DE99BC}"/>
              </a:ext>
            </a:extLst>
          </p:cNvPr>
          <p:cNvSpPr>
            <a:spLocks noGrp="1"/>
          </p:cNvSpPr>
          <p:nvPr>
            <p:ph idx="1" hasCustomPrompt="1"/>
          </p:nvPr>
        </p:nvSpPr>
        <p:spPr>
          <a:xfrm>
            <a:off x="646822" y="1831341"/>
            <a:ext cx="5349762" cy="1827253"/>
          </a:xfrm>
        </p:spPr>
        <p:txBody>
          <a:bodyPr>
            <a:normAutofit/>
          </a:bodyPr>
          <a:lstStyle>
            <a:lvl1pPr marL="0" indent="0">
              <a:buNone/>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8" name="Content Placeholder 2">
            <a:extLst>
              <a:ext uri="{FF2B5EF4-FFF2-40B4-BE49-F238E27FC236}">
                <a16:creationId xmlns:a16="http://schemas.microsoft.com/office/drawing/2014/main" id="{2B693128-2170-4415-AA7F-D2ECF550EB14}"/>
              </a:ext>
            </a:extLst>
          </p:cNvPr>
          <p:cNvSpPr>
            <a:spLocks noGrp="1"/>
          </p:cNvSpPr>
          <p:nvPr>
            <p:ph idx="13" hasCustomPrompt="1"/>
          </p:nvPr>
        </p:nvSpPr>
        <p:spPr>
          <a:xfrm>
            <a:off x="646822" y="4278999"/>
            <a:ext cx="5349762" cy="1886841"/>
          </a:xfrm>
        </p:spPr>
        <p:txBody>
          <a:bodyPr>
            <a:normAutofit/>
          </a:bodyPr>
          <a:lstStyle>
            <a:lvl1pPr marL="0" indent="0">
              <a:buNone/>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9" name="Text Placeholder 13">
            <a:extLst>
              <a:ext uri="{FF2B5EF4-FFF2-40B4-BE49-F238E27FC236}">
                <a16:creationId xmlns:a16="http://schemas.microsoft.com/office/drawing/2014/main" id="{D66CB7BC-1489-4C1E-BEB7-92B53B1C5060}"/>
              </a:ext>
            </a:extLst>
          </p:cNvPr>
          <p:cNvSpPr>
            <a:spLocks noGrp="1"/>
          </p:cNvSpPr>
          <p:nvPr>
            <p:ph type="body" sz="quarter" idx="16"/>
          </p:nvPr>
        </p:nvSpPr>
        <p:spPr>
          <a:xfrm>
            <a:off x="836285" y="1474283"/>
            <a:ext cx="5160300" cy="267806"/>
          </a:xfrm>
        </p:spPr>
        <p:txBody>
          <a:bodyPr>
            <a:noAutofit/>
          </a:bodyPr>
          <a:lstStyle>
            <a:lvl1pPr marL="0" indent="0">
              <a:buNone/>
              <a:defRPr sz="1400">
                <a:latin typeface="Gotham Medium" panose="02000604030000020004" pitchFamily="50" charset="0"/>
              </a:defRPr>
            </a:lvl1pPr>
            <a:lvl2pPr>
              <a:defRPr sz="1400">
                <a:latin typeface="Gotham Medium" panose="02000604030000020004" pitchFamily="50" charset="0"/>
              </a:defRPr>
            </a:lvl2pPr>
            <a:lvl3pPr>
              <a:defRPr sz="1400">
                <a:latin typeface="Gotham Medium" panose="02000604030000020004" pitchFamily="50" charset="0"/>
              </a:defRPr>
            </a:lvl3pPr>
            <a:lvl4pPr>
              <a:defRPr sz="1400">
                <a:latin typeface="Gotham Medium" panose="02000604030000020004" pitchFamily="50" charset="0"/>
              </a:defRPr>
            </a:lvl4pPr>
            <a:lvl5pPr>
              <a:defRPr sz="1400">
                <a:latin typeface="Gotham Medium" panose="02000604030000020004" pitchFamily="50" charset="0"/>
              </a:defRPr>
            </a:lvl5pPr>
          </a:lstStyle>
          <a:p>
            <a:pPr lvl="0"/>
            <a:r>
              <a:rPr lang="en-GB"/>
              <a:t>Click to edit Master text styles</a:t>
            </a:r>
          </a:p>
        </p:txBody>
      </p:sp>
      <p:sp>
        <p:nvSpPr>
          <p:cNvPr id="22" name="Text Placeholder 13">
            <a:extLst>
              <a:ext uri="{FF2B5EF4-FFF2-40B4-BE49-F238E27FC236}">
                <a16:creationId xmlns:a16="http://schemas.microsoft.com/office/drawing/2014/main" id="{12537B67-D950-4097-8B39-6CAE9F4BA2EE}"/>
              </a:ext>
            </a:extLst>
          </p:cNvPr>
          <p:cNvSpPr>
            <a:spLocks noGrp="1"/>
          </p:cNvSpPr>
          <p:nvPr>
            <p:ph type="body" sz="quarter" idx="17"/>
          </p:nvPr>
        </p:nvSpPr>
        <p:spPr>
          <a:xfrm>
            <a:off x="836285" y="3942442"/>
            <a:ext cx="5160300" cy="267806"/>
          </a:xfrm>
        </p:spPr>
        <p:txBody>
          <a:bodyPr>
            <a:noAutofit/>
          </a:bodyPr>
          <a:lstStyle>
            <a:lvl1pPr marL="0" indent="0">
              <a:buNone/>
              <a:defRPr sz="1400">
                <a:latin typeface="Gotham Medium" panose="02000604030000020004" pitchFamily="50" charset="0"/>
              </a:defRPr>
            </a:lvl1pPr>
            <a:lvl2pPr>
              <a:defRPr sz="1400">
                <a:latin typeface="Gotham Medium" panose="02000604030000020004" pitchFamily="50" charset="0"/>
              </a:defRPr>
            </a:lvl2pPr>
            <a:lvl3pPr>
              <a:defRPr sz="1400">
                <a:latin typeface="Gotham Medium" panose="02000604030000020004" pitchFamily="50" charset="0"/>
              </a:defRPr>
            </a:lvl3pPr>
            <a:lvl4pPr>
              <a:defRPr sz="1400">
                <a:latin typeface="Gotham Medium" panose="02000604030000020004" pitchFamily="50" charset="0"/>
              </a:defRPr>
            </a:lvl4pPr>
            <a:lvl5pPr>
              <a:defRPr sz="1400">
                <a:latin typeface="Gotham Medium" panose="02000604030000020004" pitchFamily="50" charset="0"/>
              </a:defRPr>
            </a:lvl5pPr>
          </a:lstStyle>
          <a:p>
            <a:pPr lvl="0"/>
            <a:r>
              <a:rPr lang="en-GB"/>
              <a:t>Click to edit Master text styles</a:t>
            </a:r>
          </a:p>
        </p:txBody>
      </p:sp>
      <p:sp>
        <p:nvSpPr>
          <p:cNvPr id="25" name="Rectangle 24">
            <a:extLst>
              <a:ext uri="{FF2B5EF4-FFF2-40B4-BE49-F238E27FC236}">
                <a16:creationId xmlns:a16="http://schemas.microsoft.com/office/drawing/2014/main" id="{27D5B47E-BE21-4E81-85E8-A48972932C45}"/>
              </a:ext>
            </a:extLst>
          </p:cNvPr>
          <p:cNvSpPr/>
          <p:nvPr userDrawn="1"/>
        </p:nvSpPr>
        <p:spPr>
          <a:xfrm>
            <a:off x="637309" y="3922943"/>
            <a:ext cx="144087" cy="31588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Rectangle 25">
            <a:extLst>
              <a:ext uri="{FF2B5EF4-FFF2-40B4-BE49-F238E27FC236}">
                <a16:creationId xmlns:a16="http://schemas.microsoft.com/office/drawing/2014/main" id="{1A6DDB13-8916-40C2-BF27-86FEE3D3F79F}"/>
              </a:ext>
            </a:extLst>
          </p:cNvPr>
          <p:cNvSpPr/>
          <p:nvPr userDrawn="1"/>
        </p:nvSpPr>
        <p:spPr>
          <a:xfrm>
            <a:off x="646822" y="1451825"/>
            <a:ext cx="144087" cy="31588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Date Placeholder 1">
            <a:extLst>
              <a:ext uri="{FF2B5EF4-FFF2-40B4-BE49-F238E27FC236}">
                <a16:creationId xmlns:a16="http://schemas.microsoft.com/office/drawing/2014/main" id="{4AE39973-2DC8-44DF-90A5-39BE1737C8A2}"/>
              </a:ext>
            </a:extLst>
          </p:cNvPr>
          <p:cNvSpPr>
            <a:spLocks noGrp="1"/>
          </p:cNvSpPr>
          <p:nvPr>
            <p:ph type="dt" sz="half" idx="21"/>
          </p:nvPr>
        </p:nvSpPr>
        <p:spPr/>
        <p:txBody>
          <a:bodyPr/>
          <a:lstStyle/>
          <a:p>
            <a:fld id="{5D77077C-FEF9-4A07-92A0-31EDE9512421}" type="datetime1">
              <a:rPr lang="en-US" smtClean="0"/>
              <a:pPr/>
              <a:t>5/7/2026</a:t>
            </a:fld>
            <a:r>
              <a:rPr lang="en-US"/>
              <a:t>; $MM unless otherwise stated</a:t>
            </a:r>
            <a:endParaRPr lang="en-GB"/>
          </a:p>
        </p:txBody>
      </p:sp>
      <p:sp>
        <p:nvSpPr>
          <p:cNvPr id="3" name="Footer Placeholder 2">
            <a:extLst>
              <a:ext uri="{FF2B5EF4-FFF2-40B4-BE49-F238E27FC236}">
                <a16:creationId xmlns:a16="http://schemas.microsoft.com/office/drawing/2014/main" id="{A37AF9C3-4F3A-4417-BDA5-357FB3978AB1}"/>
              </a:ext>
            </a:extLst>
          </p:cNvPr>
          <p:cNvSpPr>
            <a:spLocks noGrp="1"/>
          </p:cNvSpPr>
          <p:nvPr>
            <p:ph type="ftr" sz="quarter" idx="22"/>
          </p:nvPr>
        </p:nvSpPr>
        <p:spPr/>
        <p:txBody>
          <a:bodyPr/>
          <a:lstStyle/>
          <a:p>
            <a:r>
              <a:rPr lang="en-GB"/>
              <a:t>Insert Stock Name (XXXX: XXXXX)</a:t>
            </a:r>
          </a:p>
        </p:txBody>
      </p:sp>
      <p:sp>
        <p:nvSpPr>
          <p:cNvPr id="4" name="Slide Number Placeholder 3">
            <a:extLst>
              <a:ext uri="{FF2B5EF4-FFF2-40B4-BE49-F238E27FC236}">
                <a16:creationId xmlns:a16="http://schemas.microsoft.com/office/drawing/2014/main" id="{FB1B9026-3468-49D8-9B6F-3A7D4CD88F5B}"/>
              </a:ext>
            </a:extLst>
          </p:cNvPr>
          <p:cNvSpPr>
            <a:spLocks noGrp="1"/>
          </p:cNvSpPr>
          <p:nvPr>
            <p:ph type="sldNum" sz="quarter" idx="23"/>
          </p:nvPr>
        </p:nvSpPr>
        <p:spPr/>
        <p:txBody>
          <a:bodyPr/>
          <a:lstStyle/>
          <a:p>
            <a:fld id="{225705C9-C93A-4611-A575-E7A979D414CC}" type="slidenum">
              <a:rPr lang="en-GB" smtClean="0"/>
              <a:pPr/>
              <a:t>‹N°›</a:t>
            </a:fld>
            <a:endParaRPr lang="en-GB"/>
          </a:p>
        </p:txBody>
      </p:sp>
      <p:pic>
        <p:nvPicPr>
          <p:cNvPr id="24" name="Picture 23" descr="Logo&#10;&#10;Description automatically generated">
            <a:extLst>
              <a:ext uri="{FF2B5EF4-FFF2-40B4-BE49-F238E27FC236}">
                <a16:creationId xmlns:a16="http://schemas.microsoft.com/office/drawing/2014/main" id="{7D1CD147-3631-CA40-B27B-BBE2186E014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348335" y="-316820"/>
            <a:ext cx="1676397" cy="1676397"/>
          </a:xfrm>
          <a:prstGeom prst="rect">
            <a:avLst/>
          </a:prstGeom>
        </p:spPr>
      </p:pic>
    </p:spTree>
    <p:extLst>
      <p:ext uri="{BB962C8B-B14F-4D97-AF65-F5344CB8AC3E}">
        <p14:creationId xmlns:p14="http://schemas.microsoft.com/office/powerpoint/2010/main" val="5501454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 Content (v2)">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19DC755C-CC3D-4454-8F2E-9F7FFFF77345}"/>
              </a:ext>
            </a:extLst>
          </p:cNvPr>
          <p:cNvSpPr>
            <a:spLocks noGrp="1"/>
          </p:cNvSpPr>
          <p:nvPr>
            <p:ph type="title" hasCustomPrompt="1"/>
          </p:nvPr>
        </p:nvSpPr>
        <p:spPr>
          <a:xfrm>
            <a:off x="529771" y="136525"/>
            <a:ext cx="11154229" cy="794071"/>
          </a:xfrm>
        </p:spPr>
        <p:txBody>
          <a:bodyPr>
            <a:normAutofit/>
          </a:bodyPr>
          <a:lstStyle>
            <a:lvl1pPr>
              <a:defRPr sz="4000">
                <a:latin typeface="Novecento sans wide UltraLight" panose="00000705000000000000" pitchFamily="50" charset="0"/>
              </a:defRPr>
            </a:lvl1pPr>
          </a:lstStyle>
          <a:p>
            <a:r>
              <a:rPr lang="en-US"/>
              <a:t>Title</a:t>
            </a:r>
            <a:endParaRPr lang="en-GB"/>
          </a:p>
        </p:txBody>
      </p:sp>
      <p:sp>
        <p:nvSpPr>
          <p:cNvPr id="9" name="Content Placeholder 2">
            <a:extLst>
              <a:ext uri="{FF2B5EF4-FFF2-40B4-BE49-F238E27FC236}">
                <a16:creationId xmlns:a16="http://schemas.microsoft.com/office/drawing/2014/main" id="{F006A7A6-F3C2-4383-BCCD-5D3DAA1B8D17}"/>
              </a:ext>
            </a:extLst>
          </p:cNvPr>
          <p:cNvSpPr>
            <a:spLocks noGrp="1"/>
          </p:cNvSpPr>
          <p:nvPr>
            <p:ph idx="1" hasCustomPrompt="1"/>
          </p:nvPr>
        </p:nvSpPr>
        <p:spPr>
          <a:xfrm>
            <a:off x="646822" y="1831341"/>
            <a:ext cx="5349762" cy="4334494"/>
          </a:xfrm>
        </p:spPr>
        <p:txBody>
          <a:bodyPr>
            <a:normAutofit/>
          </a:bodyPr>
          <a:lstStyle>
            <a:lvl1pPr marL="0" indent="0">
              <a:buNone/>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13" name="Straight Connector 12">
            <a:extLst>
              <a:ext uri="{FF2B5EF4-FFF2-40B4-BE49-F238E27FC236}">
                <a16:creationId xmlns:a16="http://schemas.microsoft.com/office/drawing/2014/main" id="{CEB59B9F-3C2B-41EC-BFD4-CE1C225EAC62}"/>
              </a:ext>
            </a:extLst>
          </p:cNvPr>
          <p:cNvCxnSpPr/>
          <p:nvPr userDrawn="1"/>
        </p:nvCxnSpPr>
        <p:spPr>
          <a:xfrm>
            <a:off x="529771" y="930596"/>
            <a:ext cx="11154229" cy="0"/>
          </a:xfrm>
          <a:prstGeom prst="line">
            <a:avLst/>
          </a:prstGeom>
        </p:spPr>
        <p:style>
          <a:lnRef idx="1">
            <a:schemeClr val="dk1"/>
          </a:lnRef>
          <a:fillRef idx="0">
            <a:schemeClr val="dk1"/>
          </a:fillRef>
          <a:effectRef idx="0">
            <a:schemeClr val="dk1"/>
          </a:effectRef>
          <a:fontRef idx="minor">
            <a:schemeClr val="tx1"/>
          </a:fontRef>
        </p:style>
      </p:cxnSp>
      <p:sp>
        <p:nvSpPr>
          <p:cNvPr id="17" name="Text Placeholder 13">
            <a:extLst>
              <a:ext uri="{FF2B5EF4-FFF2-40B4-BE49-F238E27FC236}">
                <a16:creationId xmlns:a16="http://schemas.microsoft.com/office/drawing/2014/main" id="{65764EE2-CEC1-4C18-8B64-3846DAFFB77B}"/>
              </a:ext>
            </a:extLst>
          </p:cNvPr>
          <p:cNvSpPr>
            <a:spLocks noGrp="1"/>
          </p:cNvSpPr>
          <p:nvPr>
            <p:ph type="body" sz="quarter" idx="16"/>
          </p:nvPr>
        </p:nvSpPr>
        <p:spPr>
          <a:xfrm>
            <a:off x="836285" y="1474283"/>
            <a:ext cx="5160300" cy="267806"/>
          </a:xfrm>
        </p:spPr>
        <p:txBody>
          <a:bodyPr>
            <a:noAutofit/>
          </a:bodyPr>
          <a:lstStyle>
            <a:lvl1pPr marL="0" indent="0">
              <a:buNone/>
              <a:defRPr sz="1400">
                <a:latin typeface="Gotham Medium" panose="02000604030000020004" pitchFamily="50" charset="0"/>
              </a:defRPr>
            </a:lvl1pPr>
            <a:lvl2pPr>
              <a:defRPr sz="1400">
                <a:latin typeface="Gotham Medium" panose="02000604030000020004" pitchFamily="50" charset="0"/>
              </a:defRPr>
            </a:lvl2pPr>
            <a:lvl3pPr>
              <a:defRPr sz="1400">
                <a:latin typeface="Gotham Medium" panose="02000604030000020004" pitchFamily="50" charset="0"/>
              </a:defRPr>
            </a:lvl3pPr>
            <a:lvl4pPr>
              <a:defRPr sz="1400">
                <a:latin typeface="Gotham Medium" panose="02000604030000020004" pitchFamily="50" charset="0"/>
              </a:defRPr>
            </a:lvl4pPr>
            <a:lvl5pPr>
              <a:defRPr sz="1400">
                <a:latin typeface="Gotham Medium" panose="02000604030000020004" pitchFamily="50" charset="0"/>
              </a:defRPr>
            </a:lvl5pPr>
          </a:lstStyle>
          <a:p>
            <a:pPr lvl="0"/>
            <a:r>
              <a:rPr lang="en-GB"/>
              <a:t>Click to edit Master text styles</a:t>
            </a:r>
          </a:p>
        </p:txBody>
      </p:sp>
      <p:sp>
        <p:nvSpPr>
          <p:cNvPr id="21" name="Text Placeholder 13">
            <a:extLst>
              <a:ext uri="{FF2B5EF4-FFF2-40B4-BE49-F238E27FC236}">
                <a16:creationId xmlns:a16="http://schemas.microsoft.com/office/drawing/2014/main" id="{42B481FC-BE5B-409E-8F16-28AA8B20DFAF}"/>
              </a:ext>
            </a:extLst>
          </p:cNvPr>
          <p:cNvSpPr>
            <a:spLocks noGrp="1"/>
          </p:cNvSpPr>
          <p:nvPr>
            <p:ph type="body" sz="quarter" idx="20" hasCustomPrompt="1"/>
          </p:nvPr>
        </p:nvSpPr>
        <p:spPr>
          <a:xfrm>
            <a:off x="529771" y="982473"/>
            <a:ext cx="11154217" cy="297129"/>
          </a:xfrm>
        </p:spPr>
        <p:txBody>
          <a:bodyPr>
            <a:noAutofit/>
          </a:bodyPr>
          <a:lstStyle>
            <a:lvl1pPr marL="0" indent="0">
              <a:buNone/>
              <a:defRPr sz="1800">
                <a:solidFill>
                  <a:schemeClr val="accent3"/>
                </a:solidFill>
                <a:latin typeface="+mn-lt"/>
              </a:defRPr>
            </a:lvl1pPr>
            <a:lvl2pPr>
              <a:defRPr sz="1400">
                <a:latin typeface="Gotham Medium" panose="02000604030000020004" pitchFamily="50" charset="0"/>
              </a:defRPr>
            </a:lvl2pPr>
            <a:lvl3pPr>
              <a:defRPr sz="1400">
                <a:latin typeface="Gotham Medium" panose="02000604030000020004" pitchFamily="50" charset="0"/>
              </a:defRPr>
            </a:lvl3pPr>
            <a:lvl4pPr>
              <a:defRPr sz="1400">
                <a:latin typeface="Gotham Medium" panose="02000604030000020004" pitchFamily="50" charset="0"/>
              </a:defRPr>
            </a:lvl4pPr>
            <a:lvl5pPr>
              <a:defRPr sz="1400">
                <a:latin typeface="Gotham Medium" panose="02000604030000020004" pitchFamily="50" charset="0"/>
              </a:defRPr>
            </a:lvl5pPr>
          </a:lstStyle>
          <a:p>
            <a:pPr lvl="0"/>
            <a:r>
              <a:rPr lang="en-US"/>
              <a:t>Subtitle</a:t>
            </a:r>
          </a:p>
        </p:txBody>
      </p:sp>
      <p:cxnSp>
        <p:nvCxnSpPr>
          <p:cNvPr id="23" name="Straight Connector 22">
            <a:extLst>
              <a:ext uri="{FF2B5EF4-FFF2-40B4-BE49-F238E27FC236}">
                <a16:creationId xmlns:a16="http://schemas.microsoft.com/office/drawing/2014/main" id="{C0F92604-5F3C-4BD8-997C-4E6DD75BBCC7}"/>
              </a:ext>
            </a:extLst>
          </p:cNvPr>
          <p:cNvCxnSpPr/>
          <p:nvPr userDrawn="1"/>
        </p:nvCxnSpPr>
        <p:spPr>
          <a:xfrm>
            <a:off x="529771" y="6356350"/>
            <a:ext cx="11154229" cy="0"/>
          </a:xfrm>
          <a:prstGeom prst="line">
            <a:avLst/>
          </a:prstGeom>
        </p:spPr>
        <p:style>
          <a:lnRef idx="1">
            <a:schemeClr val="dk1"/>
          </a:lnRef>
          <a:fillRef idx="0">
            <a:schemeClr val="dk1"/>
          </a:fillRef>
          <a:effectRef idx="0">
            <a:schemeClr val="dk1"/>
          </a:effectRef>
          <a:fontRef idx="minor">
            <a:schemeClr val="tx1"/>
          </a:fontRef>
        </p:style>
      </p:cxnSp>
      <p:sp>
        <p:nvSpPr>
          <p:cNvPr id="29" name="Rectangle 28">
            <a:extLst>
              <a:ext uri="{FF2B5EF4-FFF2-40B4-BE49-F238E27FC236}">
                <a16:creationId xmlns:a16="http://schemas.microsoft.com/office/drawing/2014/main" id="{3EC05DBE-03B5-4B4A-813C-6800C15E9BFA}"/>
              </a:ext>
            </a:extLst>
          </p:cNvPr>
          <p:cNvSpPr/>
          <p:nvPr userDrawn="1"/>
        </p:nvSpPr>
        <p:spPr>
          <a:xfrm>
            <a:off x="646822" y="1451825"/>
            <a:ext cx="144087" cy="31588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Content Placeholder 2">
            <a:extLst>
              <a:ext uri="{FF2B5EF4-FFF2-40B4-BE49-F238E27FC236}">
                <a16:creationId xmlns:a16="http://schemas.microsoft.com/office/drawing/2014/main" id="{EFEFC416-F9EB-4E9F-A3C8-820883170B26}"/>
              </a:ext>
            </a:extLst>
          </p:cNvPr>
          <p:cNvSpPr>
            <a:spLocks noGrp="1"/>
          </p:cNvSpPr>
          <p:nvPr>
            <p:ph idx="14" hasCustomPrompt="1"/>
          </p:nvPr>
        </p:nvSpPr>
        <p:spPr>
          <a:xfrm>
            <a:off x="6391564" y="1831341"/>
            <a:ext cx="5292436" cy="1827253"/>
          </a:xfrm>
        </p:spPr>
        <p:txBody>
          <a:bodyPr>
            <a:normAutofit/>
          </a:bodyPr>
          <a:lstStyle>
            <a:lvl1pPr marL="0" indent="0">
              <a:buNone/>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8" name="Content Placeholder 2">
            <a:extLst>
              <a:ext uri="{FF2B5EF4-FFF2-40B4-BE49-F238E27FC236}">
                <a16:creationId xmlns:a16="http://schemas.microsoft.com/office/drawing/2014/main" id="{A1E04AFA-5EE9-4A55-B227-56EC47815935}"/>
              </a:ext>
            </a:extLst>
          </p:cNvPr>
          <p:cNvSpPr>
            <a:spLocks noGrp="1"/>
          </p:cNvSpPr>
          <p:nvPr>
            <p:ph idx="15" hasCustomPrompt="1"/>
          </p:nvPr>
        </p:nvSpPr>
        <p:spPr>
          <a:xfrm>
            <a:off x="6391564" y="4279000"/>
            <a:ext cx="5292436" cy="1886835"/>
          </a:xfrm>
        </p:spPr>
        <p:txBody>
          <a:bodyPr>
            <a:normAutofit/>
          </a:bodyPr>
          <a:lstStyle>
            <a:lvl1pPr marL="0" indent="0">
              <a:buNone/>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9" name="Text Placeholder 13">
            <a:extLst>
              <a:ext uri="{FF2B5EF4-FFF2-40B4-BE49-F238E27FC236}">
                <a16:creationId xmlns:a16="http://schemas.microsoft.com/office/drawing/2014/main" id="{B1A25228-CA4D-440E-BC98-25691DA9FCA3}"/>
              </a:ext>
            </a:extLst>
          </p:cNvPr>
          <p:cNvSpPr>
            <a:spLocks noGrp="1"/>
          </p:cNvSpPr>
          <p:nvPr>
            <p:ph type="body" sz="quarter" idx="18"/>
          </p:nvPr>
        </p:nvSpPr>
        <p:spPr>
          <a:xfrm>
            <a:off x="6598386" y="3947562"/>
            <a:ext cx="5085614" cy="267806"/>
          </a:xfrm>
        </p:spPr>
        <p:txBody>
          <a:bodyPr>
            <a:noAutofit/>
          </a:bodyPr>
          <a:lstStyle>
            <a:lvl1pPr marL="0" indent="0">
              <a:buNone/>
              <a:defRPr sz="1400">
                <a:latin typeface="Gotham Medium" panose="02000604030000020004" pitchFamily="50" charset="0"/>
              </a:defRPr>
            </a:lvl1pPr>
            <a:lvl2pPr>
              <a:defRPr sz="1400">
                <a:latin typeface="Gotham Medium" panose="02000604030000020004" pitchFamily="50" charset="0"/>
              </a:defRPr>
            </a:lvl2pPr>
            <a:lvl3pPr>
              <a:defRPr sz="1400">
                <a:latin typeface="Gotham Medium" panose="02000604030000020004" pitchFamily="50" charset="0"/>
              </a:defRPr>
            </a:lvl3pPr>
            <a:lvl4pPr>
              <a:defRPr sz="1400">
                <a:latin typeface="Gotham Medium" panose="02000604030000020004" pitchFamily="50" charset="0"/>
              </a:defRPr>
            </a:lvl4pPr>
            <a:lvl5pPr>
              <a:defRPr sz="1400">
                <a:latin typeface="Gotham Medium" panose="02000604030000020004" pitchFamily="50" charset="0"/>
              </a:defRPr>
            </a:lvl5pPr>
          </a:lstStyle>
          <a:p>
            <a:pPr lvl="0"/>
            <a:r>
              <a:rPr lang="en-GB"/>
              <a:t>Click to edit Master text styles</a:t>
            </a:r>
          </a:p>
        </p:txBody>
      </p:sp>
      <p:sp>
        <p:nvSpPr>
          <p:cNvPr id="22" name="Text Placeholder 13">
            <a:extLst>
              <a:ext uri="{FF2B5EF4-FFF2-40B4-BE49-F238E27FC236}">
                <a16:creationId xmlns:a16="http://schemas.microsoft.com/office/drawing/2014/main" id="{6ADC3157-5F18-466A-B9E1-7CC7E351FF8A}"/>
              </a:ext>
            </a:extLst>
          </p:cNvPr>
          <p:cNvSpPr>
            <a:spLocks noGrp="1"/>
          </p:cNvSpPr>
          <p:nvPr>
            <p:ph type="body" sz="quarter" idx="19"/>
          </p:nvPr>
        </p:nvSpPr>
        <p:spPr>
          <a:xfrm>
            <a:off x="6598384" y="1475233"/>
            <a:ext cx="5085614" cy="267806"/>
          </a:xfrm>
        </p:spPr>
        <p:txBody>
          <a:bodyPr>
            <a:noAutofit/>
          </a:bodyPr>
          <a:lstStyle>
            <a:lvl1pPr marL="0" indent="0">
              <a:buNone/>
              <a:defRPr sz="1400">
                <a:latin typeface="Gotham Medium" panose="02000604030000020004" pitchFamily="50" charset="0"/>
              </a:defRPr>
            </a:lvl1pPr>
            <a:lvl2pPr>
              <a:defRPr sz="1400">
                <a:latin typeface="Gotham Medium" panose="02000604030000020004" pitchFamily="50" charset="0"/>
              </a:defRPr>
            </a:lvl2pPr>
            <a:lvl3pPr>
              <a:defRPr sz="1400">
                <a:latin typeface="Gotham Medium" panose="02000604030000020004" pitchFamily="50" charset="0"/>
              </a:defRPr>
            </a:lvl3pPr>
            <a:lvl4pPr>
              <a:defRPr sz="1400">
                <a:latin typeface="Gotham Medium" panose="02000604030000020004" pitchFamily="50" charset="0"/>
              </a:defRPr>
            </a:lvl4pPr>
            <a:lvl5pPr>
              <a:defRPr sz="1400">
                <a:latin typeface="Gotham Medium" panose="02000604030000020004" pitchFamily="50" charset="0"/>
              </a:defRPr>
            </a:lvl5pPr>
          </a:lstStyle>
          <a:p>
            <a:pPr lvl="0"/>
            <a:r>
              <a:rPr lang="en-GB"/>
              <a:t>Click to edit Master text styles</a:t>
            </a:r>
          </a:p>
        </p:txBody>
      </p:sp>
      <p:sp>
        <p:nvSpPr>
          <p:cNvPr id="25" name="Rectangle 24">
            <a:extLst>
              <a:ext uri="{FF2B5EF4-FFF2-40B4-BE49-F238E27FC236}">
                <a16:creationId xmlns:a16="http://schemas.microsoft.com/office/drawing/2014/main" id="{723A24AC-39A2-4017-B0C5-EF80FB748D4F}"/>
              </a:ext>
            </a:extLst>
          </p:cNvPr>
          <p:cNvSpPr/>
          <p:nvPr userDrawn="1"/>
        </p:nvSpPr>
        <p:spPr>
          <a:xfrm>
            <a:off x="6391564" y="3915346"/>
            <a:ext cx="144087" cy="31588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Rectangle 25">
            <a:extLst>
              <a:ext uri="{FF2B5EF4-FFF2-40B4-BE49-F238E27FC236}">
                <a16:creationId xmlns:a16="http://schemas.microsoft.com/office/drawing/2014/main" id="{419CE51C-89A4-4426-9FEC-62E87788898C}"/>
              </a:ext>
            </a:extLst>
          </p:cNvPr>
          <p:cNvSpPr/>
          <p:nvPr userDrawn="1"/>
        </p:nvSpPr>
        <p:spPr>
          <a:xfrm>
            <a:off x="6396323" y="1451825"/>
            <a:ext cx="144087" cy="31588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Date Placeholder 1">
            <a:extLst>
              <a:ext uri="{FF2B5EF4-FFF2-40B4-BE49-F238E27FC236}">
                <a16:creationId xmlns:a16="http://schemas.microsoft.com/office/drawing/2014/main" id="{7D3B4AE2-8CA5-4403-96DC-AA58C1CE77E1}"/>
              </a:ext>
            </a:extLst>
          </p:cNvPr>
          <p:cNvSpPr>
            <a:spLocks noGrp="1"/>
          </p:cNvSpPr>
          <p:nvPr>
            <p:ph type="dt" sz="half" idx="21"/>
          </p:nvPr>
        </p:nvSpPr>
        <p:spPr/>
        <p:txBody>
          <a:bodyPr/>
          <a:lstStyle/>
          <a:p>
            <a:fld id="{5D77077C-FEF9-4A07-92A0-31EDE9512421}" type="datetime1">
              <a:rPr lang="en-US" smtClean="0"/>
              <a:pPr/>
              <a:t>5/7/2026</a:t>
            </a:fld>
            <a:r>
              <a:rPr lang="en-US"/>
              <a:t>; $MM unless otherwise stated</a:t>
            </a:r>
            <a:endParaRPr lang="en-GB"/>
          </a:p>
        </p:txBody>
      </p:sp>
      <p:sp>
        <p:nvSpPr>
          <p:cNvPr id="3" name="Footer Placeholder 2">
            <a:extLst>
              <a:ext uri="{FF2B5EF4-FFF2-40B4-BE49-F238E27FC236}">
                <a16:creationId xmlns:a16="http://schemas.microsoft.com/office/drawing/2014/main" id="{EFDA348F-E769-40F0-BCEB-BD91BBD361B1}"/>
              </a:ext>
            </a:extLst>
          </p:cNvPr>
          <p:cNvSpPr>
            <a:spLocks noGrp="1"/>
          </p:cNvSpPr>
          <p:nvPr>
            <p:ph type="ftr" sz="quarter" idx="22"/>
          </p:nvPr>
        </p:nvSpPr>
        <p:spPr/>
        <p:txBody>
          <a:bodyPr/>
          <a:lstStyle/>
          <a:p>
            <a:r>
              <a:rPr lang="en-GB"/>
              <a:t>Insert Stock Name (XXXX: XXXXX)</a:t>
            </a:r>
          </a:p>
        </p:txBody>
      </p:sp>
      <p:sp>
        <p:nvSpPr>
          <p:cNvPr id="4" name="Slide Number Placeholder 3">
            <a:extLst>
              <a:ext uri="{FF2B5EF4-FFF2-40B4-BE49-F238E27FC236}">
                <a16:creationId xmlns:a16="http://schemas.microsoft.com/office/drawing/2014/main" id="{9DA54287-C312-476C-BC5F-6E93CEBA4207}"/>
              </a:ext>
            </a:extLst>
          </p:cNvPr>
          <p:cNvSpPr>
            <a:spLocks noGrp="1"/>
          </p:cNvSpPr>
          <p:nvPr>
            <p:ph type="sldNum" sz="quarter" idx="23"/>
          </p:nvPr>
        </p:nvSpPr>
        <p:spPr/>
        <p:txBody>
          <a:bodyPr/>
          <a:lstStyle/>
          <a:p>
            <a:fld id="{225705C9-C93A-4611-A575-E7A979D414CC}" type="slidenum">
              <a:rPr lang="en-GB" smtClean="0"/>
              <a:pPr/>
              <a:t>‹N°›</a:t>
            </a:fld>
            <a:endParaRPr lang="en-GB"/>
          </a:p>
        </p:txBody>
      </p:sp>
      <p:pic>
        <p:nvPicPr>
          <p:cNvPr id="20" name="Picture 19" descr="Logo&#10;&#10;Description automatically generated">
            <a:extLst>
              <a:ext uri="{FF2B5EF4-FFF2-40B4-BE49-F238E27FC236}">
                <a16:creationId xmlns:a16="http://schemas.microsoft.com/office/drawing/2014/main" id="{B50468A4-EC72-7146-9BEE-19619B4D6EE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348335" y="-316820"/>
            <a:ext cx="1676397" cy="1676397"/>
          </a:xfrm>
          <a:prstGeom prst="rect">
            <a:avLst/>
          </a:prstGeom>
        </p:spPr>
      </p:pic>
    </p:spTree>
    <p:extLst>
      <p:ext uri="{BB962C8B-B14F-4D97-AF65-F5344CB8AC3E}">
        <p14:creationId xmlns:p14="http://schemas.microsoft.com/office/powerpoint/2010/main" val="34310265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With Side Panel">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19DC755C-CC3D-4454-8F2E-9F7FFFF77345}"/>
              </a:ext>
            </a:extLst>
          </p:cNvPr>
          <p:cNvSpPr>
            <a:spLocks noGrp="1"/>
          </p:cNvSpPr>
          <p:nvPr>
            <p:ph type="title" hasCustomPrompt="1"/>
          </p:nvPr>
        </p:nvSpPr>
        <p:spPr>
          <a:xfrm>
            <a:off x="529771" y="136525"/>
            <a:ext cx="11154229" cy="794071"/>
          </a:xfrm>
        </p:spPr>
        <p:txBody>
          <a:bodyPr>
            <a:normAutofit/>
          </a:bodyPr>
          <a:lstStyle>
            <a:lvl1pPr>
              <a:defRPr sz="4000">
                <a:latin typeface="Novecento sans wide UltraLight" panose="00000705000000000000" pitchFamily="50" charset="0"/>
              </a:defRPr>
            </a:lvl1pPr>
          </a:lstStyle>
          <a:p>
            <a:r>
              <a:rPr lang="en-US"/>
              <a:t>Title</a:t>
            </a:r>
            <a:endParaRPr lang="en-GB"/>
          </a:p>
        </p:txBody>
      </p:sp>
      <p:sp>
        <p:nvSpPr>
          <p:cNvPr id="9" name="Content Placeholder 2">
            <a:extLst>
              <a:ext uri="{FF2B5EF4-FFF2-40B4-BE49-F238E27FC236}">
                <a16:creationId xmlns:a16="http://schemas.microsoft.com/office/drawing/2014/main" id="{F006A7A6-F3C2-4383-BCCD-5D3DAA1B8D17}"/>
              </a:ext>
            </a:extLst>
          </p:cNvPr>
          <p:cNvSpPr>
            <a:spLocks noGrp="1"/>
          </p:cNvSpPr>
          <p:nvPr>
            <p:ph idx="1" hasCustomPrompt="1"/>
          </p:nvPr>
        </p:nvSpPr>
        <p:spPr>
          <a:xfrm>
            <a:off x="3401485" y="1790945"/>
            <a:ext cx="4096596" cy="1867649"/>
          </a:xfrm>
        </p:spPr>
        <p:txBody>
          <a:bodyPr>
            <a:normAutofit/>
          </a:bodyPr>
          <a:lstStyle>
            <a:lvl1pPr marL="0" indent="0">
              <a:buNone/>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13" name="Straight Connector 12">
            <a:extLst>
              <a:ext uri="{FF2B5EF4-FFF2-40B4-BE49-F238E27FC236}">
                <a16:creationId xmlns:a16="http://schemas.microsoft.com/office/drawing/2014/main" id="{CEB59B9F-3C2B-41EC-BFD4-CE1C225EAC62}"/>
              </a:ext>
            </a:extLst>
          </p:cNvPr>
          <p:cNvCxnSpPr/>
          <p:nvPr userDrawn="1"/>
        </p:nvCxnSpPr>
        <p:spPr>
          <a:xfrm>
            <a:off x="529771" y="930596"/>
            <a:ext cx="11154229" cy="0"/>
          </a:xfrm>
          <a:prstGeom prst="line">
            <a:avLst/>
          </a:prstGeom>
        </p:spPr>
        <p:style>
          <a:lnRef idx="1">
            <a:schemeClr val="dk1"/>
          </a:lnRef>
          <a:fillRef idx="0">
            <a:schemeClr val="dk1"/>
          </a:fillRef>
          <a:effectRef idx="0">
            <a:schemeClr val="dk1"/>
          </a:effectRef>
          <a:fontRef idx="minor">
            <a:schemeClr val="tx1"/>
          </a:fontRef>
        </p:style>
      </p:cxnSp>
      <p:sp>
        <p:nvSpPr>
          <p:cNvPr id="14" name="Content Placeholder 2">
            <a:extLst>
              <a:ext uri="{FF2B5EF4-FFF2-40B4-BE49-F238E27FC236}">
                <a16:creationId xmlns:a16="http://schemas.microsoft.com/office/drawing/2014/main" id="{00DAA218-479B-4B09-A63D-9DB8EA679053}"/>
              </a:ext>
            </a:extLst>
          </p:cNvPr>
          <p:cNvSpPr>
            <a:spLocks noGrp="1"/>
          </p:cNvSpPr>
          <p:nvPr>
            <p:ph idx="13" hasCustomPrompt="1"/>
          </p:nvPr>
        </p:nvSpPr>
        <p:spPr>
          <a:xfrm>
            <a:off x="3401485" y="4262121"/>
            <a:ext cx="4096596" cy="1903719"/>
          </a:xfrm>
        </p:spPr>
        <p:txBody>
          <a:bodyPr>
            <a:normAutofit/>
          </a:bodyPr>
          <a:lstStyle>
            <a:lvl1pPr marL="0" indent="0">
              <a:buNone/>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5" name="Content Placeholder 2">
            <a:extLst>
              <a:ext uri="{FF2B5EF4-FFF2-40B4-BE49-F238E27FC236}">
                <a16:creationId xmlns:a16="http://schemas.microsoft.com/office/drawing/2014/main" id="{EA6EC0B9-9F4B-4185-AF80-49BE331D9D7D}"/>
              </a:ext>
            </a:extLst>
          </p:cNvPr>
          <p:cNvSpPr>
            <a:spLocks noGrp="1"/>
          </p:cNvSpPr>
          <p:nvPr>
            <p:ph idx="14" hasCustomPrompt="1"/>
          </p:nvPr>
        </p:nvSpPr>
        <p:spPr>
          <a:xfrm>
            <a:off x="7761661" y="1790945"/>
            <a:ext cx="3922339" cy="1867649"/>
          </a:xfrm>
        </p:spPr>
        <p:txBody>
          <a:bodyPr>
            <a:normAutofit/>
          </a:bodyPr>
          <a:lstStyle>
            <a:lvl1pPr marL="0" indent="0">
              <a:buNone/>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6" name="Content Placeholder 2">
            <a:extLst>
              <a:ext uri="{FF2B5EF4-FFF2-40B4-BE49-F238E27FC236}">
                <a16:creationId xmlns:a16="http://schemas.microsoft.com/office/drawing/2014/main" id="{41027A55-6DF2-420E-8CC7-658F674FE44E}"/>
              </a:ext>
            </a:extLst>
          </p:cNvPr>
          <p:cNvSpPr>
            <a:spLocks noGrp="1"/>
          </p:cNvSpPr>
          <p:nvPr>
            <p:ph idx="15" hasCustomPrompt="1"/>
          </p:nvPr>
        </p:nvSpPr>
        <p:spPr>
          <a:xfrm>
            <a:off x="7761661" y="4262116"/>
            <a:ext cx="3922339" cy="1903719"/>
          </a:xfrm>
        </p:spPr>
        <p:txBody>
          <a:bodyPr>
            <a:normAutofit/>
          </a:bodyPr>
          <a:lstStyle>
            <a:lvl1pPr marL="0" indent="0">
              <a:buNone/>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7" name="Text Placeholder 13">
            <a:extLst>
              <a:ext uri="{FF2B5EF4-FFF2-40B4-BE49-F238E27FC236}">
                <a16:creationId xmlns:a16="http://schemas.microsoft.com/office/drawing/2014/main" id="{65764EE2-CEC1-4C18-8B64-3846DAFFB77B}"/>
              </a:ext>
            </a:extLst>
          </p:cNvPr>
          <p:cNvSpPr>
            <a:spLocks noGrp="1"/>
          </p:cNvSpPr>
          <p:nvPr>
            <p:ph type="body" sz="quarter" idx="16"/>
          </p:nvPr>
        </p:nvSpPr>
        <p:spPr>
          <a:xfrm>
            <a:off x="3599726" y="1455911"/>
            <a:ext cx="3898353" cy="267806"/>
          </a:xfrm>
        </p:spPr>
        <p:txBody>
          <a:bodyPr>
            <a:noAutofit/>
          </a:bodyPr>
          <a:lstStyle>
            <a:lvl1pPr marL="0" indent="0">
              <a:buNone/>
              <a:defRPr sz="1400">
                <a:latin typeface="Gotham Medium" panose="02000604030000020004" pitchFamily="50" charset="0"/>
              </a:defRPr>
            </a:lvl1pPr>
            <a:lvl2pPr>
              <a:defRPr sz="1400">
                <a:latin typeface="Gotham Medium" panose="02000604030000020004" pitchFamily="50" charset="0"/>
              </a:defRPr>
            </a:lvl2pPr>
            <a:lvl3pPr>
              <a:defRPr sz="1400">
                <a:latin typeface="Gotham Medium" panose="02000604030000020004" pitchFamily="50" charset="0"/>
              </a:defRPr>
            </a:lvl3pPr>
            <a:lvl4pPr>
              <a:defRPr sz="1400">
                <a:latin typeface="Gotham Medium" panose="02000604030000020004" pitchFamily="50" charset="0"/>
              </a:defRPr>
            </a:lvl4pPr>
            <a:lvl5pPr>
              <a:defRPr sz="1400">
                <a:latin typeface="Gotham Medium" panose="02000604030000020004" pitchFamily="50" charset="0"/>
              </a:defRPr>
            </a:lvl5pPr>
          </a:lstStyle>
          <a:p>
            <a:pPr lvl="0"/>
            <a:r>
              <a:rPr lang="en-GB"/>
              <a:t>Click to edit Master text styles</a:t>
            </a:r>
          </a:p>
        </p:txBody>
      </p:sp>
      <p:sp>
        <p:nvSpPr>
          <p:cNvPr id="18" name="Text Placeholder 13">
            <a:extLst>
              <a:ext uri="{FF2B5EF4-FFF2-40B4-BE49-F238E27FC236}">
                <a16:creationId xmlns:a16="http://schemas.microsoft.com/office/drawing/2014/main" id="{FFDD6659-028F-4CE9-857A-34855DAC9AFD}"/>
              </a:ext>
            </a:extLst>
          </p:cNvPr>
          <p:cNvSpPr>
            <a:spLocks noGrp="1"/>
          </p:cNvSpPr>
          <p:nvPr>
            <p:ph type="body" sz="quarter" idx="17"/>
          </p:nvPr>
        </p:nvSpPr>
        <p:spPr>
          <a:xfrm>
            <a:off x="3599725" y="3926432"/>
            <a:ext cx="3898353" cy="267806"/>
          </a:xfrm>
        </p:spPr>
        <p:txBody>
          <a:bodyPr>
            <a:noAutofit/>
          </a:bodyPr>
          <a:lstStyle>
            <a:lvl1pPr marL="0" indent="0">
              <a:buNone/>
              <a:defRPr sz="1400">
                <a:latin typeface="Gotham Medium" panose="02000604030000020004" pitchFamily="50" charset="0"/>
              </a:defRPr>
            </a:lvl1pPr>
            <a:lvl2pPr>
              <a:defRPr sz="1400">
                <a:latin typeface="Gotham Medium" panose="02000604030000020004" pitchFamily="50" charset="0"/>
              </a:defRPr>
            </a:lvl2pPr>
            <a:lvl3pPr>
              <a:defRPr sz="1400">
                <a:latin typeface="Gotham Medium" panose="02000604030000020004" pitchFamily="50" charset="0"/>
              </a:defRPr>
            </a:lvl3pPr>
            <a:lvl4pPr>
              <a:defRPr sz="1400">
                <a:latin typeface="Gotham Medium" panose="02000604030000020004" pitchFamily="50" charset="0"/>
              </a:defRPr>
            </a:lvl4pPr>
            <a:lvl5pPr>
              <a:defRPr sz="1400">
                <a:latin typeface="Gotham Medium" panose="02000604030000020004" pitchFamily="50" charset="0"/>
              </a:defRPr>
            </a:lvl5pPr>
          </a:lstStyle>
          <a:p>
            <a:pPr lvl="0"/>
            <a:r>
              <a:rPr lang="en-GB"/>
              <a:t>Click to edit Master text styles</a:t>
            </a:r>
          </a:p>
        </p:txBody>
      </p:sp>
      <p:sp>
        <p:nvSpPr>
          <p:cNvPr id="19" name="Text Placeholder 13">
            <a:extLst>
              <a:ext uri="{FF2B5EF4-FFF2-40B4-BE49-F238E27FC236}">
                <a16:creationId xmlns:a16="http://schemas.microsoft.com/office/drawing/2014/main" id="{8F5981D2-C015-4185-B2AD-7DC0F858B885}"/>
              </a:ext>
            </a:extLst>
          </p:cNvPr>
          <p:cNvSpPr>
            <a:spLocks noGrp="1"/>
          </p:cNvSpPr>
          <p:nvPr>
            <p:ph type="body" sz="quarter" idx="18"/>
          </p:nvPr>
        </p:nvSpPr>
        <p:spPr>
          <a:xfrm>
            <a:off x="7951471" y="3925412"/>
            <a:ext cx="3732529" cy="267806"/>
          </a:xfrm>
        </p:spPr>
        <p:txBody>
          <a:bodyPr>
            <a:noAutofit/>
          </a:bodyPr>
          <a:lstStyle>
            <a:lvl1pPr marL="0" indent="0">
              <a:buNone/>
              <a:defRPr sz="1400">
                <a:latin typeface="Gotham Medium" panose="02000604030000020004" pitchFamily="50" charset="0"/>
              </a:defRPr>
            </a:lvl1pPr>
            <a:lvl2pPr>
              <a:defRPr sz="1400">
                <a:latin typeface="Gotham Medium" panose="02000604030000020004" pitchFamily="50" charset="0"/>
              </a:defRPr>
            </a:lvl2pPr>
            <a:lvl3pPr>
              <a:defRPr sz="1400">
                <a:latin typeface="Gotham Medium" panose="02000604030000020004" pitchFamily="50" charset="0"/>
              </a:defRPr>
            </a:lvl3pPr>
            <a:lvl4pPr>
              <a:defRPr sz="1400">
                <a:latin typeface="Gotham Medium" panose="02000604030000020004" pitchFamily="50" charset="0"/>
              </a:defRPr>
            </a:lvl4pPr>
            <a:lvl5pPr>
              <a:defRPr sz="1400">
                <a:latin typeface="Gotham Medium" panose="02000604030000020004" pitchFamily="50" charset="0"/>
              </a:defRPr>
            </a:lvl5pPr>
          </a:lstStyle>
          <a:p>
            <a:pPr lvl="0"/>
            <a:r>
              <a:rPr lang="en-GB"/>
              <a:t>Click to edit Master text styles</a:t>
            </a:r>
          </a:p>
        </p:txBody>
      </p:sp>
      <p:sp>
        <p:nvSpPr>
          <p:cNvPr id="20" name="Text Placeholder 13">
            <a:extLst>
              <a:ext uri="{FF2B5EF4-FFF2-40B4-BE49-F238E27FC236}">
                <a16:creationId xmlns:a16="http://schemas.microsoft.com/office/drawing/2014/main" id="{842EE48E-2F82-4966-946D-824BA2DF57D1}"/>
              </a:ext>
            </a:extLst>
          </p:cNvPr>
          <p:cNvSpPr>
            <a:spLocks noGrp="1"/>
          </p:cNvSpPr>
          <p:nvPr>
            <p:ph type="body" sz="quarter" idx="19"/>
          </p:nvPr>
        </p:nvSpPr>
        <p:spPr>
          <a:xfrm>
            <a:off x="7951469" y="1456861"/>
            <a:ext cx="3732529" cy="267806"/>
          </a:xfrm>
        </p:spPr>
        <p:txBody>
          <a:bodyPr>
            <a:noAutofit/>
          </a:bodyPr>
          <a:lstStyle>
            <a:lvl1pPr marL="0" indent="0">
              <a:buNone/>
              <a:defRPr sz="1400">
                <a:latin typeface="Gotham Medium" panose="02000604030000020004" pitchFamily="50" charset="0"/>
              </a:defRPr>
            </a:lvl1pPr>
            <a:lvl2pPr>
              <a:defRPr sz="1400">
                <a:latin typeface="Gotham Medium" panose="02000604030000020004" pitchFamily="50" charset="0"/>
              </a:defRPr>
            </a:lvl2pPr>
            <a:lvl3pPr>
              <a:defRPr sz="1400">
                <a:latin typeface="Gotham Medium" panose="02000604030000020004" pitchFamily="50" charset="0"/>
              </a:defRPr>
            </a:lvl3pPr>
            <a:lvl4pPr>
              <a:defRPr sz="1400">
                <a:latin typeface="Gotham Medium" panose="02000604030000020004" pitchFamily="50" charset="0"/>
              </a:defRPr>
            </a:lvl4pPr>
            <a:lvl5pPr>
              <a:defRPr sz="1400">
                <a:latin typeface="Gotham Medium" panose="02000604030000020004" pitchFamily="50" charset="0"/>
              </a:defRPr>
            </a:lvl5pPr>
          </a:lstStyle>
          <a:p>
            <a:pPr lvl="0"/>
            <a:r>
              <a:rPr lang="en-GB"/>
              <a:t>Click to edit Master text styles</a:t>
            </a:r>
          </a:p>
        </p:txBody>
      </p:sp>
      <p:sp>
        <p:nvSpPr>
          <p:cNvPr id="21" name="Text Placeholder 13">
            <a:extLst>
              <a:ext uri="{FF2B5EF4-FFF2-40B4-BE49-F238E27FC236}">
                <a16:creationId xmlns:a16="http://schemas.microsoft.com/office/drawing/2014/main" id="{42B481FC-BE5B-409E-8F16-28AA8B20DFAF}"/>
              </a:ext>
            </a:extLst>
          </p:cNvPr>
          <p:cNvSpPr>
            <a:spLocks noGrp="1"/>
          </p:cNvSpPr>
          <p:nvPr>
            <p:ph type="body" sz="quarter" idx="20" hasCustomPrompt="1"/>
          </p:nvPr>
        </p:nvSpPr>
        <p:spPr>
          <a:xfrm>
            <a:off x="529771" y="982473"/>
            <a:ext cx="11154217" cy="297129"/>
          </a:xfrm>
        </p:spPr>
        <p:txBody>
          <a:bodyPr>
            <a:noAutofit/>
          </a:bodyPr>
          <a:lstStyle>
            <a:lvl1pPr marL="0" indent="0">
              <a:buNone/>
              <a:defRPr sz="1800">
                <a:solidFill>
                  <a:schemeClr val="accent3"/>
                </a:solidFill>
                <a:latin typeface="+mn-lt"/>
              </a:defRPr>
            </a:lvl1pPr>
            <a:lvl2pPr>
              <a:defRPr sz="1400">
                <a:latin typeface="Gotham Medium" panose="02000604030000020004" pitchFamily="50" charset="0"/>
              </a:defRPr>
            </a:lvl2pPr>
            <a:lvl3pPr>
              <a:defRPr sz="1400">
                <a:latin typeface="Gotham Medium" panose="02000604030000020004" pitchFamily="50" charset="0"/>
              </a:defRPr>
            </a:lvl3pPr>
            <a:lvl4pPr>
              <a:defRPr sz="1400">
                <a:latin typeface="Gotham Medium" panose="02000604030000020004" pitchFamily="50" charset="0"/>
              </a:defRPr>
            </a:lvl4pPr>
            <a:lvl5pPr>
              <a:defRPr sz="1400">
                <a:latin typeface="Gotham Medium" panose="02000604030000020004" pitchFamily="50" charset="0"/>
              </a:defRPr>
            </a:lvl5pPr>
          </a:lstStyle>
          <a:p>
            <a:pPr lvl="0"/>
            <a:r>
              <a:rPr lang="en-US"/>
              <a:t>Subtitle</a:t>
            </a:r>
          </a:p>
        </p:txBody>
      </p:sp>
      <p:cxnSp>
        <p:nvCxnSpPr>
          <p:cNvPr id="22" name="Straight Connector 21">
            <a:extLst>
              <a:ext uri="{FF2B5EF4-FFF2-40B4-BE49-F238E27FC236}">
                <a16:creationId xmlns:a16="http://schemas.microsoft.com/office/drawing/2014/main" id="{B600AED2-C2B7-4FF5-ABF9-E398B1C79D56}"/>
              </a:ext>
            </a:extLst>
          </p:cNvPr>
          <p:cNvCxnSpPr/>
          <p:nvPr userDrawn="1"/>
        </p:nvCxnSpPr>
        <p:spPr>
          <a:xfrm>
            <a:off x="3117850" y="1451825"/>
            <a:ext cx="0" cy="47140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C0F92604-5F3C-4BD8-997C-4E6DD75BBCC7}"/>
              </a:ext>
            </a:extLst>
          </p:cNvPr>
          <p:cNvCxnSpPr/>
          <p:nvPr userDrawn="1"/>
        </p:nvCxnSpPr>
        <p:spPr>
          <a:xfrm>
            <a:off x="529771" y="6356350"/>
            <a:ext cx="11154229" cy="0"/>
          </a:xfrm>
          <a:prstGeom prst="line">
            <a:avLst/>
          </a:prstGeom>
        </p:spPr>
        <p:style>
          <a:lnRef idx="1">
            <a:schemeClr val="dk1"/>
          </a:lnRef>
          <a:fillRef idx="0">
            <a:schemeClr val="dk1"/>
          </a:fillRef>
          <a:effectRef idx="0">
            <a:schemeClr val="dk1"/>
          </a:effectRef>
          <a:fontRef idx="minor">
            <a:schemeClr val="tx1"/>
          </a:fontRef>
        </p:style>
      </p:cxnSp>
      <p:sp>
        <p:nvSpPr>
          <p:cNvPr id="24" name="Text Placeholder 13">
            <a:extLst>
              <a:ext uri="{FF2B5EF4-FFF2-40B4-BE49-F238E27FC236}">
                <a16:creationId xmlns:a16="http://schemas.microsoft.com/office/drawing/2014/main" id="{CA8AAD07-901C-4519-B2E4-EF143504EB73}"/>
              </a:ext>
            </a:extLst>
          </p:cNvPr>
          <p:cNvSpPr>
            <a:spLocks noGrp="1"/>
          </p:cNvSpPr>
          <p:nvPr>
            <p:ph type="body" sz="quarter" idx="21" hasCustomPrompt="1"/>
          </p:nvPr>
        </p:nvSpPr>
        <p:spPr>
          <a:xfrm>
            <a:off x="529772" y="1451825"/>
            <a:ext cx="2415358" cy="267806"/>
          </a:xfrm>
        </p:spPr>
        <p:txBody>
          <a:bodyPr>
            <a:noAutofit/>
          </a:bodyPr>
          <a:lstStyle>
            <a:lvl1pPr marL="0" indent="0">
              <a:buNone/>
              <a:defRPr sz="1400">
                <a:solidFill>
                  <a:schemeClr val="accent3"/>
                </a:solidFill>
                <a:latin typeface="+mn-lt"/>
              </a:defRPr>
            </a:lvl1pPr>
            <a:lvl2pPr>
              <a:defRPr sz="1400">
                <a:latin typeface="Gotham Medium" panose="02000604030000020004" pitchFamily="50" charset="0"/>
              </a:defRPr>
            </a:lvl2pPr>
            <a:lvl3pPr>
              <a:defRPr sz="1400">
                <a:latin typeface="Gotham Medium" panose="02000604030000020004" pitchFamily="50" charset="0"/>
              </a:defRPr>
            </a:lvl3pPr>
            <a:lvl4pPr>
              <a:defRPr sz="1400">
                <a:latin typeface="Gotham Medium" panose="02000604030000020004" pitchFamily="50" charset="0"/>
              </a:defRPr>
            </a:lvl4pPr>
            <a:lvl5pPr>
              <a:defRPr sz="1400">
                <a:latin typeface="Gotham Medium" panose="02000604030000020004" pitchFamily="50" charset="0"/>
              </a:defRPr>
            </a:lvl5pPr>
          </a:lstStyle>
          <a:p>
            <a:pPr lvl="0"/>
            <a:r>
              <a:rPr lang="en-US"/>
              <a:t>Side Commentary</a:t>
            </a:r>
          </a:p>
        </p:txBody>
      </p:sp>
      <p:sp>
        <p:nvSpPr>
          <p:cNvPr id="25" name="Content Placeholder 2">
            <a:extLst>
              <a:ext uri="{FF2B5EF4-FFF2-40B4-BE49-F238E27FC236}">
                <a16:creationId xmlns:a16="http://schemas.microsoft.com/office/drawing/2014/main" id="{225C987D-4348-4F86-B8A6-8685C968352A}"/>
              </a:ext>
            </a:extLst>
          </p:cNvPr>
          <p:cNvSpPr>
            <a:spLocks noGrp="1"/>
          </p:cNvSpPr>
          <p:nvPr>
            <p:ph idx="22" hasCustomPrompt="1"/>
          </p:nvPr>
        </p:nvSpPr>
        <p:spPr>
          <a:xfrm>
            <a:off x="529772" y="1790945"/>
            <a:ext cx="2415358" cy="4374905"/>
          </a:xfrm>
        </p:spPr>
        <p:txBody>
          <a:bodyPr>
            <a:normAutofit/>
          </a:bodyPr>
          <a:lstStyle>
            <a:lvl1pPr>
              <a:defRPr sz="1200">
                <a:latin typeface="+mn-lt"/>
              </a:defRPr>
            </a:lvl1pPr>
            <a:lvl2pPr>
              <a:defRPr sz="1200">
                <a:latin typeface="HelveticaNeueLT Com 45 Lt" panose="020B0403020202020204" pitchFamily="34" charset="0"/>
              </a:defRPr>
            </a:lvl2pPr>
            <a:lvl3pPr>
              <a:defRPr sz="1200">
                <a:latin typeface="HelveticaNeueLT Com 45 Lt" panose="020B0403020202020204" pitchFamily="34" charset="0"/>
              </a:defRPr>
            </a:lvl3pPr>
            <a:lvl4pPr>
              <a:defRPr sz="1200">
                <a:latin typeface="HelveticaNeueLT Com 45 Lt" panose="020B0403020202020204" pitchFamily="34" charset="0"/>
              </a:defRPr>
            </a:lvl4pPr>
            <a:lvl5pPr>
              <a:defRPr sz="1200">
                <a:latin typeface="HelveticaNeueLT Com 45 Lt" panose="020B0403020202020204" pitchFamily="34" charset="0"/>
              </a:defRPr>
            </a:lvl5pPr>
          </a:lstStyle>
          <a:p>
            <a:pPr lvl="0"/>
            <a:r>
              <a:rPr lang="en-GB"/>
              <a:t>Text</a:t>
            </a:r>
          </a:p>
        </p:txBody>
      </p:sp>
      <p:sp>
        <p:nvSpPr>
          <p:cNvPr id="28" name="Rectangle 27">
            <a:extLst>
              <a:ext uri="{FF2B5EF4-FFF2-40B4-BE49-F238E27FC236}">
                <a16:creationId xmlns:a16="http://schemas.microsoft.com/office/drawing/2014/main" id="{321C3171-B487-48FB-B851-1D0430DA75E3}"/>
              </a:ext>
            </a:extLst>
          </p:cNvPr>
          <p:cNvSpPr/>
          <p:nvPr userDrawn="1"/>
        </p:nvSpPr>
        <p:spPr>
          <a:xfrm>
            <a:off x="3414855" y="1460946"/>
            <a:ext cx="144087" cy="2624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Rectangle 28">
            <a:extLst>
              <a:ext uri="{FF2B5EF4-FFF2-40B4-BE49-F238E27FC236}">
                <a16:creationId xmlns:a16="http://schemas.microsoft.com/office/drawing/2014/main" id="{376142BC-2AEB-4D4C-8AB3-3067167E66CE}"/>
              </a:ext>
            </a:extLst>
          </p:cNvPr>
          <p:cNvSpPr/>
          <p:nvPr userDrawn="1"/>
        </p:nvSpPr>
        <p:spPr>
          <a:xfrm>
            <a:off x="3414855" y="3926432"/>
            <a:ext cx="144087" cy="2624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Rectangle 29">
            <a:extLst>
              <a:ext uri="{FF2B5EF4-FFF2-40B4-BE49-F238E27FC236}">
                <a16:creationId xmlns:a16="http://schemas.microsoft.com/office/drawing/2014/main" id="{E2BE1B36-4A2A-4AF5-A167-F935FA442ECF}"/>
              </a:ext>
            </a:extLst>
          </p:cNvPr>
          <p:cNvSpPr/>
          <p:nvPr userDrawn="1"/>
        </p:nvSpPr>
        <p:spPr>
          <a:xfrm>
            <a:off x="7761661" y="3926432"/>
            <a:ext cx="144087" cy="2624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Rectangle 30">
            <a:extLst>
              <a:ext uri="{FF2B5EF4-FFF2-40B4-BE49-F238E27FC236}">
                <a16:creationId xmlns:a16="http://schemas.microsoft.com/office/drawing/2014/main" id="{FBD54F38-48D4-48F4-9FFC-8A5825CA76C6}"/>
              </a:ext>
            </a:extLst>
          </p:cNvPr>
          <p:cNvSpPr/>
          <p:nvPr userDrawn="1"/>
        </p:nvSpPr>
        <p:spPr>
          <a:xfrm>
            <a:off x="7761661" y="1463227"/>
            <a:ext cx="144087" cy="2624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Date Placeholder 4">
            <a:extLst>
              <a:ext uri="{FF2B5EF4-FFF2-40B4-BE49-F238E27FC236}">
                <a16:creationId xmlns:a16="http://schemas.microsoft.com/office/drawing/2014/main" id="{A4775865-B2B5-4DAF-B1EA-DDBDF601AEB3}"/>
              </a:ext>
            </a:extLst>
          </p:cNvPr>
          <p:cNvSpPr>
            <a:spLocks noGrp="1"/>
          </p:cNvSpPr>
          <p:nvPr>
            <p:ph type="dt" sz="half" idx="23"/>
          </p:nvPr>
        </p:nvSpPr>
        <p:spPr/>
        <p:txBody>
          <a:bodyPr/>
          <a:lstStyle/>
          <a:p>
            <a:fld id="{5D77077C-FEF9-4A07-92A0-31EDE9512421}" type="datetime1">
              <a:rPr lang="en-US" smtClean="0"/>
              <a:pPr/>
              <a:t>5/7/2026</a:t>
            </a:fld>
            <a:r>
              <a:rPr lang="en-US"/>
              <a:t>; $MM unless otherwise stated</a:t>
            </a:r>
            <a:endParaRPr lang="en-GB"/>
          </a:p>
        </p:txBody>
      </p:sp>
      <p:sp>
        <p:nvSpPr>
          <p:cNvPr id="6" name="Footer Placeholder 5">
            <a:extLst>
              <a:ext uri="{FF2B5EF4-FFF2-40B4-BE49-F238E27FC236}">
                <a16:creationId xmlns:a16="http://schemas.microsoft.com/office/drawing/2014/main" id="{1EA67923-3903-4910-9F49-A504FB7134EA}"/>
              </a:ext>
            </a:extLst>
          </p:cNvPr>
          <p:cNvSpPr>
            <a:spLocks noGrp="1"/>
          </p:cNvSpPr>
          <p:nvPr>
            <p:ph type="ftr" sz="quarter" idx="24"/>
          </p:nvPr>
        </p:nvSpPr>
        <p:spPr/>
        <p:txBody>
          <a:bodyPr/>
          <a:lstStyle/>
          <a:p>
            <a:r>
              <a:rPr lang="en-GB"/>
              <a:t>Insert Stock Name (XXXX: XXXXX)</a:t>
            </a:r>
          </a:p>
        </p:txBody>
      </p:sp>
      <p:sp>
        <p:nvSpPr>
          <p:cNvPr id="8" name="Slide Number Placeholder 7">
            <a:extLst>
              <a:ext uri="{FF2B5EF4-FFF2-40B4-BE49-F238E27FC236}">
                <a16:creationId xmlns:a16="http://schemas.microsoft.com/office/drawing/2014/main" id="{2774961D-198C-4211-BE29-7AC0E7B8BEB7}"/>
              </a:ext>
            </a:extLst>
          </p:cNvPr>
          <p:cNvSpPr>
            <a:spLocks noGrp="1"/>
          </p:cNvSpPr>
          <p:nvPr>
            <p:ph type="sldNum" sz="quarter" idx="25"/>
          </p:nvPr>
        </p:nvSpPr>
        <p:spPr/>
        <p:txBody>
          <a:bodyPr/>
          <a:lstStyle/>
          <a:p>
            <a:fld id="{225705C9-C93A-4611-A575-E7A979D414CC}" type="slidenum">
              <a:rPr lang="en-GB" smtClean="0"/>
              <a:pPr/>
              <a:t>‹N°›</a:t>
            </a:fld>
            <a:endParaRPr lang="en-GB"/>
          </a:p>
        </p:txBody>
      </p:sp>
      <p:pic>
        <p:nvPicPr>
          <p:cNvPr id="26" name="Picture 25" descr="Logo&#10;&#10;Description automatically generated">
            <a:extLst>
              <a:ext uri="{FF2B5EF4-FFF2-40B4-BE49-F238E27FC236}">
                <a16:creationId xmlns:a16="http://schemas.microsoft.com/office/drawing/2014/main" id="{2348142A-E424-AA40-AD5D-D988405E824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348335" y="-316820"/>
            <a:ext cx="1676397" cy="1676397"/>
          </a:xfrm>
          <a:prstGeom prst="rect">
            <a:avLst/>
          </a:prstGeom>
        </p:spPr>
      </p:pic>
    </p:spTree>
    <p:extLst>
      <p:ext uri="{BB962C8B-B14F-4D97-AF65-F5344CB8AC3E}">
        <p14:creationId xmlns:p14="http://schemas.microsoft.com/office/powerpoint/2010/main" val="5583582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No Placeholder">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19DC755C-CC3D-4454-8F2E-9F7FFFF77345}"/>
              </a:ext>
            </a:extLst>
          </p:cNvPr>
          <p:cNvSpPr>
            <a:spLocks noGrp="1"/>
          </p:cNvSpPr>
          <p:nvPr>
            <p:ph type="title" hasCustomPrompt="1"/>
          </p:nvPr>
        </p:nvSpPr>
        <p:spPr>
          <a:xfrm>
            <a:off x="529771" y="136525"/>
            <a:ext cx="11154229" cy="794071"/>
          </a:xfrm>
        </p:spPr>
        <p:txBody>
          <a:bodyPr>
            <a:normAutofit/>
          </a:bodyPr>
          <a:lstStyle>
            <a:lvl1pPr>
              <a:defRPr sz="4000">
                <a:latin typeface="Novecento sans wide UltraLight" panose="00000705000000000000" pitchFamily="50" charset="0"/>
              </a:defRPr>
            </a:lvl1pPr>
          </a:lstStyle>
          <a:p>
            <a:r>
              <a:rPr lang="en-US"/>
              <a:t>Title</a:t>
            </a:r>
            <a:endParaRPr lang="en-GB"/>
          </a:p>
        </p:txBody>
      </p:sp>
      <p:sp>
        <p:nvSpPr>
          <p:cNvPr id="9" name="Content Placeholder 2">
            <a:extLst>
              <a:ext uri="{FF2B5EF4-FFF2-40B4-BE49-F238E27FC236}">
                <a16:creationId xmlns:a16="http://schemas.microsoft.com/office/drawing/2014/main" id="{F006A7A6-F3C2-4383-BCCD-5D3DAA1B8D17}"/>
              </a:ext>
            </a:extLst>
          </p:cNvPr>
          <p:cNvSpPr>
            <a:spLocks noGrp="1"/>
          </p:cNvSpPr>
          <p:nvPr>
            <p:ph idx="1" hasCustomPrompt="1"/>
          </p:nvPr>
        </p:nvSpPr>
        <p:spPr>
          <a:xfrm>
            <a:off x="646822" y="1414781"/>
            <a:ext cx="5349762" cy="4334494"/>
          </a:xfrm>
        </p:spPr>
        <p:txBody>
          <a:bodyPr>
            <a:normAutofit/>
          </a:bodyPr>
          <a:lstStyle>
            <a:lvl1pPr marL="0" indent="0">
              <a:buNone/>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13" name="Straight Connector 12">
            <a:extLst>
              <a:ext uri="{FF2B5EF4-FFF2-40B4-BE49-F238E27FC236}">
                <a16:creationId xmlns:a16="http://schemas.microsoft.com/office/drawing/2014/main" id="{CEB59B9F-3C2B-41EC-BFD4-CE1C225EAC62}"/>
              </a:ext>
            </a:extLst>
          </p:cNvPr>
          <p:cNvCxnSpPr/>
          <p:nvPr userDrawn="1"/>
        </p:nvCxnSpPr>
        <p:spPr>
          <a:xfrm>
            <a:off x="529771" y="930596"/>
            <a:ext cx="11154229" cy="0"/>
          </a:xfrm>
          <a:prstGeom prst="line">
            <a:avLst/>
          </a:prstGeom>
        </p:spPr>
        <p:style>
          <a:lnRef idx="1">
            <a:schemeClr val="dk1"/>
          </a:lnRef>
          <a:fillRef idx="0">
            <a:schemeClr val="dk1"/>
          </a:fillRef>
          <a:effectRef idx="0">
            <a:schemeClr val="dk1"/>
          </a:effectRef>
          <a:fontRef idx="minor">
            <a:schemeClr val="tx1"/>
          </a:fontRef>
        </p:style>
      </p:cxnSp>
      <p:cxnSp>
        <p:nvCxnSpPr>
          <p:cNvPr id="23" name="Straight Connector 22">
            <a:extLst>
              <a:ext uri="{FF2B5EF4-FFF2-40B4-BE49-F238E27FC236}">
                <a16:creationId xmlns:a16="http://schemas.microsoft.com/office/drawing/2014/main" id="{C0F92604-5F3C-4BD8-997C-4E6DD75BBCC7}"/>
              </a:ext>
            </a:extLst>
          </p:cNvPr>
          <p:cNvCxnSpPr/>
          <p:nvPr userDrawn="1"/>
        </p:nvCxnSpPr>
        <p:spPr>
          <a:xfrm>
            <a:off x="529771" y="6356350"/>
            <a:ext cx="11154229" cy="0"/>
          </a:xfrm>
          <a:prstGeom prst="line">
            <a:avLst/>
          </a:prstGeom>
        </p:spPr>
        <p:style>
          <a:lnRef idx="1">
            <a:schemeClr val="dk1"/>
          </a:lnRef>
          <a:fillRef idx="0">
            <a:schemeClr val="dk1"/>
          </a:fillRef>
          <a:effectRef idx="0">
            <a:schemeClr val="dk1"/>
          </a:effectRef>
          <a:fontRef idx="minor">
            <a:schemeClr val="tx1"/>
          </a:fontRef>
        </p:style>
      </p:cxnSp>
      <p:sp>
        <p:nvSpPr>
          <p:cNvPr id="20" name="Content Placeholder 2">
            <a:extLst>
              <a:ext uri="{FF2B5EF4-FFF2-40B4-BE49-F238E27FC236}">
                <a16:creationId xmlns:a16="http://schemas.microsoft.com/office/drawing/2014/main" id="{5E490DAB-26E0-48B2-B56C-6E89B11E66A7}"/>
              </a:ext>
            </a:extLst>
          </p:cNvPr>
          <p:cNvSpPr>
            <a:spLocks noGrp="1"/>
          </p:cNvSpPr>
          <p:nvPr>
            <p:ph idx="14" hasCustomPrompt="1"/>
          </p:nvPr>
        </p:nvSpPr>
        <p:spPr>
          <a:xfrm>
            <a:off x="6391564" y="1414781"/>
            <a:ext cx="5292436" cy="4334480"/>
          </a:xfrm>
        </p:spPr>
        <p:txBody>
          <a:bodyPr>
            <a:normAutofit/>
          </a:bodyPr>
          <a:lstStyle>
            <a:lvl1pPr marL="0" indent="0">
              <a:buNone/>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7051F90E-DB3B-4372-976A-031222247243}"/>
              </a:ext>
            </a:extLst>
          </p:cNvPr>
          <p:cNvSpPr>
            <a:spLocks noGrp="1"/>
          </p:cNvSpPr>
          <p:nvPr>
            <p:ph type="dt" sz="half" idx="15"/>
          </p:nvPr>
        </p:nvSpPr>
        <p:spPr/>
        <p:txBody>
          <a:bodyPr/>
          <a:lstStyle/>
          <a:p>
            <a:fld id="{5D77077C-FEF9-4A07-92A0-31EDE9512421}" type="datetime1">
              <a:rPr lang="en-US" smtClean="0"/>
              <a:pPr/>
              <a:t>5/7/2026</a:t>
            </a:fld>
            <a:r>
              <a:rPr lang="en-US"/>
              <a:t>; $MM unless otherwise stated</a:t>
            </a:r>
            <a:endParaRPr lang="en-GB"/>
          </a:p>
        </p:txBody>
      </p:sp>
      <p:sp>
        <p:nvSpPr>
          <p:cNvPr id="6" name="Footer Placeholder 5">
            <a:extLst>
              <a:ext uri="{FF2B5EF4-FFF2-40B4-BE49-F238E27FC236}">
                <a16:creationId xmlns:a16="http://schemas.microsoft.com/office/drawing/2014/main" id="{D85A3DE5-11CB-4583-A168-10B0A1DCD933}"/>
              </a:ext>
            </a:extLst>
          </p:cNvPr>
          <p:cNvSpPr>
            <a:spLocks noGrp="1"/>
          </p:cNvSpPr>
          <p:nvPr>
            <p:ph type="ftr" sz="quarter" idx="16"/>
          </p:nvPr>
        </p:nvSpPr>
        <p:spPr/>
        <p:txBody>
          <a:bodyPr/>
          <a:lstStyle/>
          <a:p>
            <a:r>
              <a:rPr lang="en-GB"/>
              <a:t>Insert Stock Name (XXXX: XXXXX)</a:t>
            </a:r>
          </a:p>
        </p:txBody>
      </p:sp>
      <p:sp>
        <p:nvSpPr>
          <p:cNvPr id="8" name="Slide Number Placeholder 7">
            <a:extLst>
              <a:ext uri="{FF2B5EF4-FFF2-40B4-BE49-F238E27FC236}">
                <a16:creationId xmlns:a16="http://schemas.microsoft.com/office/drawing/2014/main" id="{2927473C-2D1F-4B10-86A8-3C6C0168ADDD}"/>
              </a:ext>
            </a:extLst>
          </p:cNvPr>
          <p:cNvSpPr>
            <a:spLocks noGrp="1"/>
          </p:cNvSpPr>
          <p:nvPr>
            <p:ph type="sldNum" sz="quarter" idx="17"/>
          </p:nvPr>
        </p:nvSpPr>
        <p:spPr/>
        <p:txBody>
          <a:bodyPr/>
          <a:lstStyle/>
          <a:p>
            <a:fld id="{225705C9-C93A-4611-A575-E7A979D414CC}" type="slidenum">
              <a:rPr lang="en-GB" smtClean="0"/>
              <a:pPr/>
              <a:t>‹N°›</a:t>
            </a:fld>
            <a:endParaRPr lang="en-GB"/>
          </a:p>
        </p:txBody>
      </p:sp>
      <p:sp>
        <p:nvSpPr>
          <p:cNvPr id="14" name="Text Placeholder 13">
            <a:extLst>
              <a:ext uri="{FF2B5EF4-FFF2-40B4-BE49-F238E27FC236}">
                <a16:creationId xmlns:a16="http://schemas.microsoft.com/office/drawing/2014/main" id="{32D45520-978E-4657-BD2F-EEA58FAC9194}"/>
              </a:ext>
            </a:extLst>
          </p:cNvPr>
          <p:cNvSpPr>
            <a:spLocks noGrp="1"/>
          </p:cNvSpPr>
          <p:nvPr>
            <p:ph type="body" sz="quarter" idx="20" hasCustomPrompt="1"/>
          </p:nvPr>
        </p:nvSpPr>
        <p:spPr>
          <a:xfrm>
            <a:off x="529771" y="982473"/>
            <a:ext cx="11154217" cy="297129"/>
          </a:xfrm>
        </p:spPr>
        <p:txBody>
          <a:bodyPr>
            <a:noAutofit/>
          </a:bodyPr>
          <a:lstStyle>
            <a:lvl1pPr marL="0" indent="0">
              <a:buNone/>
              <a:defRPr sz="1800">
                <a:solidFill>
                  <a:schemeClr val="accent3"/>
                </a:solidFill>
                <a:latin typeface="+mn-lt"/>
              </a:defRPr>
            </a:lvl1pPr>
            <a:lvl2pPr>
              <a:defRPr sz="1400">
                <a:latin typeface="Gotham Medium" panose="02000604030000020004" pitchFamily="50" charset="0"/>
              </a:defRPr>
            </a:lvl2pPr>
            <a:lvl3pPr>
              <a:defRPr sz="1400">
                <a:latin typeface="Gotham Medium" panose="02000604030000020004" pitchFamily="50" charset="0"/>
              </a:defRPr>
            </a:lvl3pPr>
            <a:lvl4pPr>
              <a:defRPr sz="1400">
                <a:latin typeface="Gotham Medium" panose="02000604030000020004" pitchFamily="50" charset="0"/>
              </a:defRPr>
            </a:lvl4pPr>
            <a:lvl5pPr>
              <a:defRPr sz="1400">
                <a:latin typeface="Gotham Medium" panose="02000604030000020004" pitchFamily="50" charset="0"/>
              </a:defRPr>
            </a:lvl5pPr>
          </a:lstStyle>
          <a:p>
            <a:pPr lvl="0"/>
            <a:r>
              <a:rPr lang="en-US"/>
              <a:t>Subtitle</a:t>
            </a:r>
          </a:p>
        </p:txBody>
      </p:sp>
      <p:pic>
        <p:nvPicPr>
          <p:cNvPr id="11" name="Picture 10" descr="Logo&#10;&#10;Description automatically generated">
            <a:extLst>
              <a:ext uri="{FF2B5EF4-FFF2-40B4-BE49-F238E27FC236}">
                <a16:creationId xmlns:a16="http://schemas.microsoft.com/office/drawing/2014/main" id="{462C16C7-C8A6-FE40-96B1-C89805BAA40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348335" y="-316820"/>
            <a:ext cx="1676397" cy="1676397"/>
          </a:xfrm>
          <a:prstGeom prst="rect">
            <a:avLst/>
          </a:prstGeom>
        </p:spPr>
      </p:pic>
    </p:spTree>
    <p:extLst>
      <p:ext uri="{BB962C8B-B14F-4D97-AF65-F5344CB8AC3E}">
        <p14:creationId xmlns:p14="http://schemas.microsoft.com/office/powerpoint/2010/main" val="8534525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4D8CFFE4-D42D-46AF-A3BC-1592ABB53402}"/>
              </a:ext>
            </a:extLst>
          </p:cNvPr>
          <p:cNvCxnSpPr/>
          <p:nvPr userDrawn="1"/>
        </p:nvCxnSpPr>
        <p:spPr>
          <a:xfrm>
            <a:off x="529771" y="930596"/>
            <a:ext cx="11154229" cy="0"/>
          </a:xfrm>
          <a:prstGeom prst="line">
            <a:avLst/>
          </a:prstGeom>
        </p:spPr>
        <p:style>
          <a:lnRef idx="1">
            <a:schemeClr val="dk1"/>
          </a:lnRef>
          <a:fillRef idx="0">
            <a:schemeClr val="dk1"/>
          </a:fillRef>
          <a:effectRef idx="0">
            <a:schemeClr val="dk1"/>
          </a:effectRef>
          <a:fontRef idx="minor">
            <a:schemeClr val="tx1"/>
          </a:fontRef>
        </p:style>
      </p:cxnSp>
      <p:sp>
        <p:nvSpPr>
          <p:cNvPr id="8" name="TextBox 7">
            <a:extLst>
              <a:ext uri="{FF2B5EF4-FFF2-40B4-BE49-F238E27FC236}">
                <a16:creationId xmlns:a16="http://schemas.microsoft.com/office/drawing/2014/main" id="{A2A20BB0-99E1-4287-ADC8-4C0FF6F924D7}"/>
              </a:ext>
            </a:extLst>
          </p:cNvPr>
          <p:cNvSpPr txBox="1"/>
          <p:nvPr userDrawn="1"/>
        </p:nvSpPr>
        <p:spPr>
          <a:xfrm>
            <a:off x="529771" y="212105"/>
            <a:ext cx="2882520" cy="70788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4000" b="0" i="0" u="none" strike="noStrike" kern="1200" cap="none" spc="0" normalizeH="0" baseline="0" noProof="0">
                <a:ln>
                  <a:noFill/>
                </a:ln>
                <a:solidFill>
                  <a:srgbClr val="262626"/>
                </a:solidFill>
                <a:effectLst/>
                <a:uLnTx/>
                <a:uFillTx/>
                <a:latin typeface="Novecento sans wide UltraLight"/>
                <a:ea typeface="+mn-ea"/>
                <a:cs typeface="+mn-cs"/>
              </a:rPr>
              <a:t>Disclaimer</a:t>
            </a:r>
          </a:p>
        </p:txBody>
      </p:sp>
      <p:sp>
        <p:nvSpPr>
          <p:cNvPr id="10" name="Rectangle 9">
            <a:extLst>
              <a:ext uri="{FF2B5EF4-FFF2-40B4-BE49-F238E27FC236}">
                <a16:creationId xmlns:a16="http://schemas.microsoft.com/office/drawing/2014/main" id="{F1021855-2DD7-4F9E-AAEF-5E221BDF9750}"/>
              </a:ext>
            </a:extLst>
          </p:cNvPr>
          <p:cNvSpPr/>
          <p:nvPr userDrawn="1"/>
        </p:nvSpPr>
        <p:spPr>
          <a:xfrm>
            <a:off x="529771" y="1085001"/>
            <a:ext cx="11154229" cy="509573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a:ln>
                  <a:noFill/>
                </a:ln>
                <a:solidFill>
                  <a:srgbClr val="262626"/>
                </a:solidFill>
                <a:effectLst/>
                <a:uLnTx/>
                <a:uFillTx/>
                <a:latin typeface="+mn-lt"/>
                <a:ea typeface="+mn-ea"/>
                <a:cs typeface="+mn-cs"/>
              </a:rPr>
              <a:t>Analyst Disclaimer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262626"/>
                </a:solidFill>
                <a:effectLst/>
                <a:uLnTx/>
                <a:uFillTx/>
                <a:latin typeface="+mn-lt"/>
                <a:ea typeface="+mn-ea"/>
                <a:cs typeface="+mn-cs"/>
              </a:rPr>
              <a:t>This communication is prepared by students at the University of Oxford for the sole and educational purpose of the Oxford Alpha Fund. The Oxford Alpha Fund is not authorised, supervised, nor regulated by any financial authority in the world to provide financial services or advisory. The Oxford Alpha Fund does not hold any financially significant positions in any investment recommendations made.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srgbClr val="262626"/>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a:ln>
                  <a:noFill/>
                </a:ln>
                <a:solidFill>
                  <a:srgbClr val="262626"/>
                </a:solidFill>
                <a:effectLst/>
                <a:uLnTx/>
                <a:uFillTx/>
                <a:latin typeface="+mn-lt"/>
                <a:ea typeface="+mn-ea"/>
                <a:cs typeface="+mn-cs"/>
              </a:rPr>
              <a:t>General Disclaimer</a:t>
            </a:r>
            <a:endParaRPr kumimoji="0" lang="en-GB" sz="1100" b="0" i="0" u="none" strike="noStrike" kern="1200" cap="none" spc="0" normalizeH="0" baseline="0" noProof="0">
              <a:ln>
                <a:noFill/>
              </a:ln>
              <a:solidFill>
                <a:srgbClr val="262626"/>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262626"/>
                </a:solidFill>
                <a:effectLst/>
                <a:uLnTx/>
                <a:uFillTx/>
                <a:latin typeface="+mn-lt"/>
                <a:ea typeface="+mn-ea"/>
                <a:cs typeface="+mn-cs"/>
              </a:rPr>
              <a:t>This communication may contain an investment recommendation, however, the Oxford Alpha Fund and all members disclaim all liability for providing this investment recommendation and accept no liability whatsoever for any direct, indirect or consequential loss arising from its use. Not all investment strategies are appropriate at all times, and past performance is not necessarily a guide to future performance. You should consider yourself warned that following the investment recommendations of untrained University students is unlikely to be a profitable investment strategy.</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srgbClr val="262626"/>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262626"/>
                </a:solidFill>
                <a:effectLst/>
                <a:uLnTx/>
                <a:uFillTx/>
                <a:latin typeface="+mn-lt"/>
                <a:ea typeface="+mn-ea"/>
                <a:cs typeface="+mn-cs"/>
              </a:rPr>
              <a:t>Any opinions or estimates expressed herein reflect the judgment of the author(s) as of the date the investment recommendation was prepared and are subject to change at any time without notice. Unless otherwise stated, the information or opinions presented, or the research or analysis upon which they are based, are valid at the point of publication, as they are not updated in real time to take account of changes in the financial markets or new news about the issuer or financial instruments. The author(s) may provide hyperlinks to websites of entities mentioned in this investment recommendation, however the inclusion of a link does not imply that the Oxford Alpha Fund. endorses, recommends or approves any material on the linked page or accessible from it.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1" i="0" u="none" strike="noStrike" kern="1200" cap="none" spc="0" normalizeH="0" baseline="0" noProof="0">
              <a:ln>
                <a:noFill/>
              </a:ln>
              <a:solidFill>
                <a:schemeClr val="tx1"/>
              </a:solidFill>
              <a:effectLst/>
              <a:uLnTx/>
              <a:uFillTx/>
              <a:latin typeface="+mn-lt"/>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1" u="none" strike="noStrike" kern="1200" cap="none" spc="0" normalizeH="0" baseline="0" noProof="0">
                <a:ln>
                  <a:noFill/>
                </a:ln>
                <a:solidFill>
                  <a:schemeClr val="tx1"/>
                </a:solidFill>
                <a:effectLst/>
                <a:uLnTx/>
                <a:uFillTx/>
                <a:latin typeface="+mn-lt"/>
                <a:ea typeface="+mn-ea"/>
                <a:cs typeface="+mn-cs"/>
              </a:rPr>
              <a:t>With Thanks to Our Research Partners: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srgbClr val="262626"/>
              </a:solidFill>
              <a:effectLst/>
              <a:uLnTx/>
              <a:uFillTx/>
              <a:latin typeface="+mn-lt"/>
              <a:ea typeface="+mn-ea"/>
              <a:cs typeface="+mn-cs"/>
            </a:endParaRPr>
          </a:p>
        </p:txBody>
      </p:sp>
      <p:cxnSp>
        <p:nvCxnSpPr>
          <p:cNvPr id="11" name="Straight Connector 10">
            <a:extLst>
              <a:ext uri="{FF2B5EF4-FFF2-40B4-BE49-F238E27FC236}">
                <a16:creationId xmlns:a16="http://schemas.microsoft.com/office/drawing/2014/main" id="{86F5E9D8-D51B-405F-ABC1-79694AFC7A9B}"/>
              </a:ext>
            </a:extLst>
          </p:cNvPr>
          <p:cNvCxnSpPr/>
          <p:nvPr userDrawn="1"/>
        </p:nvCxnSpPr>
        <p:spPr>
          <a:xfrm>
            <a:off x="529771" y="6356350"/>
            <a:ext cx="11154229" cy="0"/>
          </a:xfrm>
          <a:prstGeom prst="line">
            <a:avLst/>
          </a:prstGeom>
        </p:spPr>
        <p:style>
          <a:lnRef idx="1">
            <a:schemeClr val="dk1"/>
          </a:lnRef>
          <a:fillRef idx="0">
            <a:schemeClr val="dk1"/>
          </a:fillRef>
          <a:effectRef idx="0">
            <a:schemeClr val="dk1"/>
          </a:effectRef>
          <a:fontRef idx="minor">
            <a:schemeClr val="tx1"/>
          </a:fontRef>
        </p:style>
      </p:cxnSp>
      <p:sp>
        <p:nvSpPr>
          <p:cNvPr id="20" name="Slide Number Placeholder 19">
            <a:extLst>
              <a:ext uri="{FF2B5EF4-FFF2-40B4-BE49-F238E27FC236}">
                <a16:creationId xmlns:a16="http://schemas.microsoft.com/office/drawing/2014/main" id="{FC7D25E3-D60E-4266-AD8D-23F7F2C8D33E}"/>
              </a:ext>
            </a:extLst>
          </p:cNvPr>
          <p:cNvSpPr>
            <a:spLocks noGrp="1"/>
          </p:cNvSpPr>
          <p:nvPr>
            <p:ph type="sldNum" sz="quarter" idx="12"/>
          </p:nvPr>
        </p:nvSpPr>
        <p:spPr>
          <a:xfrm>
            <a:off x="8940800" y="6356350"/>
            <a:ext cx="2743200" cy="365125"/>
          </a:xfrm>
          <a:prstGeom prst="rect">
            <a:avLst/>
          </a:prstGeom>
        </p:spPr>
        <p:txBody>
          <a:bodyPr/>
          <a:lstStyle/>
          <a:p>
            <a:fld id="{225705C9-C93A-4611-A575-E7A979D414CC}" type="slidenum">
              <a:rPr lang="en-GB" smtClean="0"/>
              <a:pPr/>
              <a:t>‹N°›</a:t>
            </a:fld>
            <a:endParaRPr lang="en-GB"/>
          </a:p>
        </p:txBody>
      </p:sp>
      <p:pic>
        <p:nvPicPr>
          <p:cNvPr id="15" name="Picture 14" descr="Logo&#10;&#10;Description automatically generated">
            <a:extLst>
              <a:ext uri="{FF2B5EF4-FFF2-40B4-BE49-F238E27FC236}">
                <a16:creationId xmlns:a16="http://schemas.microsoft.com/office/drawing/2014/main" id="{01C500EB-43E1-C243-B174-4117DC07486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348335" y="-316820"/>
            <a:ext cx="1676397" cy="1676397"/>
          </a:xfrm>
          <a:prstGeom prst="rect">
            <a:avLst/>
          </a:prstGeom>
        </p:spPr>
      </p:pic>
      <p:pic>
        <p:nvPicPr>
          <p:cNvPr id="4" name="Picture 3" descr="A group of logos with text&#10;&#10;Description automatically generated">
            <a:extLst>
              <a:ext uri="{FF2B5EF4-FFF2-40B4-BE49-F238E27FC236}">
                <a16:creationId xmlns:a16="http://schemas.microsoft.com/office/drawing/2014/main" id="{8D2CF299-1F09-F6E9-6DCE-8B372CA899BE}"/>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612191" y="3860724"/>
            <a:ext cx="7389059" cy="2467050"/>
          </a:xfrm>
          <a:prstGeom prst="rect">
            <a:avLst/>
          </a:prstGeom>
        </p:spPr>
      </p:pic>
    </p:spTree>
    <p:extLst>
      <p:ext uri="{BB962C8B-B14F-4D97-AF65-F5344CB8AC3E}">
        <p14:creationId xmlns:p14="http://schemas.microsoft.com/office/powerpoint/2010/main" val="98433588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1_With Side Panel">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19DC755C-CC3D-4454-8F2E-9F7FFFF77345}"/>
              </a:ext>
            </a:extLst>
          </p:cNvPr>
          <p:cNvSpPr>
            <a:spLocks noGrp="1"/>
          </p:cNvSpPr>
          <p:nvPr>
            <p:ph type="title" hasCustomPrompt="1"/>
          </p:nvPr>
        </p:nvSpPr>
        <p:spPr>
          <a:xfrm>
            <a:off x="529771" y="136525"/>
            <a:ext cx="11154229" cy="794071"/>
          </a:xfrm>
        </p:spPr>
        <p:txBody>
          <a:bodyPr>
            <a:normAutofit/>
          </a:bodyPr>
          <a:lstStyle>
            <a:lvl1pPr>
              <a:defRPr sz="4000">
                <a:latin typeface="Novecento sans wide UltraLight" panose="00000705000000000000" pitchFamily="50" charset="0"/>
              </a:defRPr>
            </a:lvl1pPr>
          </a:lstStyle>
          <a:p>
            <a:r>
              <a:rPr lang="en-US"/>
              <a:t>Title</a:t>
            </a:r>
            <a:endParaRPr lang="en-GB"/>
          </a:p>
        </p:txBody>
      </p:sp>
      <p:sp>
        <p:nvSpPr>
          <p:cNvPr id="9" name="Content Placeholder 2">
            <a:extLst>
              <a:ext uri="{FF2B5EF4-FFF2-40B4-BE49-F238E27FC236}">
                <a16:creationId xmlns:a16="http://schemas.microsoft.com/office/drawing/2014/main" id="{F006A7A6-F3C2-4383-BCCD-5D3DAA1B8D17}"/>
              </a:ext>
            </a:extLst>
          </p:cNvPr>
          <p:cNvSpPr>
            <a:spLocks noGrp="1"/>
          </p:cNvSpPr>
          <p:nvPr>
            <p:ph idx="1" hasCustomPrompt="1"/>
          </p:nvPr>
        </p:nvSpPr>
        <p:spPr>
          <a:xfrm>
            <a:off x="3401485" y="1790945"/>
            <a:ext cx="4096596" cy="1867649"/>
          </a:xfrm>
        </p:spPr>
        <p:txBody>
          <a:bodyPr>
            <a:normAutofit/>
          </a:bodyPr>
          <a:lstStyle>
            <a:lvl1pPr marL="0" indent="0">
              <a:buNone/>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13" name="Straight Connector 12">
            <a:extLst>
              <a:ext uri="{FF2B5EF4-FFF2-40B4-BE49-F238E27FC236}">
                <a16:creationId xmlns:a16="http://schemas.microsoft.com/office/drawing/2014/main" id="{CEB59B9F-3C2B-41EC-BFD4-CE1C225EAC62}"/>
              </a:ext>
            </a:extLst>
          </p:cNvPr>
          <p:cNvCxnSpPr/>
          <p:nvPr userDrawn="1"/>
        </p:nvCxnSpPr>
        <p:spPr>
          <a:xfrm>
            <a:off x="529771" y="930596"/>
            <a:ext cx="11154229" cy="0"/>
          </a:xfrm>
          <a:prstGeom prst="line">
            <a:avLst/>
          </a:prstGeom>
        </p:spPr>
        <p:style>
          <a:lnRef idx="1">
            <a:schemeClr val="dk1"/>
          </a:lnRef>
          <a:fillRef idx="0">
            <a:schemeClr val="dk1"/>
          </a:fillRef>
          <a:effectRef idx="0">
            <a:schemeClr val="dk1"/>
          </a:effectRef>
          <a:fontRef idx="minor">
            <a:schemeClr val="tx1"/>
          </a:fontRef>
        </p:style>
      </p:cxnSp>
      <p:sp>
        <p:nvSpPr>
          <p:cNvPr id="14" name="Content Placeholder 2">
            <a:extLst>
              <a:ext uri="{FF2B5EF4-FFF2-40B4-BE49-F238E27FC236}">
                <a16:creationId xmlns:a16="http://schemas.microsoft.com/office/drawing/2014/main" id="{00DAA218-479B-4B09-A63D-9DB8EA679053}"/>
              </a:ext>
            </a:extLst>
          </p:cNvPr>
          <p:cNvSpPr>
            <a:spLocks noGrp="1"/>
          </p:cNvSpPr>
          <p:nvPr>
            <p:ph idx="13" hasCustomPrompt="1"/>
          </p:nvPr>
        </p:nvSpPr>
        <p:spPr>
          <a:xfrm>
            <a:off x="3401485" y="4262121"/>
            <a:ext cx="2823820" cy="1903719"/>
          </a:xfrm>
        </p:spPr>
        <p:txBody>
          <a:bodyPr>
            <a:normAutofit/>
          </a:bodyPr>
          <a:lstStyle>
            <a:lvl1pPr marL="0" indent="0">
              <a:buNone/>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5" name="Content Placeholder 2">
            <a:extLst>
              <a:ext uri="{FF2B5EF4-FFF2-40B4-BE49-F238E27FC236}">
                <a16:creationId xmlns:a16="http://schemas.microsoft.com/office/drawing/2014/main" id="{EA6EC0B9-9F4B-4185-AF80-49BE331D9D7D}"/>
              </a:ext>
            </a:extLst>
          </p:cNvPr>
          <p:cNvSpPr>
            <a:spLocks noGrp="1"/>
          </p:cNvSpPr>
          <p:nvPr>
            <p:ph idx="14" hasCustomPrompt="1"/>
          </p:nvPr>
        </p:nvSpPr>
        <p:spPr>
          <a:xfrm>
            <a:off x="7761661" y="1790945"/>
            <a:ext cx="3922339" cy="1867649"/>
          </a:xfrm>
        </p:spPr>
        <p:txBody>
          <a:bodyPr>
            <a:normAutofit/>
          </a:bodyPr>
          <a:lstStyle>
            <a:lvl1pPr marL="0" indent="0">
              <a:buNone/>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7" name="Text Placeholder 13">
            <a:extLst>
              <a:ext uri="{FF2B5EF4-FFF2-40B4-BE49-F238E27FC236}">
                <a16:creationId xmlns:a16="http://schemas.microsoft.com/office/drawing/2014/main" id="{65764EE2-CEC1-4C18-8B64-3846DAFFB77B}"/>
              </a:ext>
            </a:extLst>
          </p:cNvPr>
          <p:cNvSpPr>
            <a:spLocks noGrp="1"/>
          </p:cNvSpPr>
          <p:nvPr>
            <p:ph type="body" sz="quarter" idx="16"/>
          </p:nvPr>
        </p:nvSpPr>
        <p:spPr>
          <a:xfrm>
            <a:off x="3599726" y="1455911"/>
            <a:ext cx="3898353" cy="267806"/>
          </a:xfrm>
        </p:spPr>
        <p:txBody>
          <a:bodyPr>
            <a:noAutofit/>
          </a:bodyPr>
          <a:lstStyle>
            <a:lvl1pPr marL="0" indent="0">
              <a:buNone/>
              <a:defRPr sz="1400">
                <a:latin typeface="Gotham Medium" panose="02000604030000020004" pitchFamily="50" charset="0"/>
              </a:defRPr>
            </a:lvl1pPr>
            <a:lvl2pPr>
              <a:defRPr sz="1400">
                <a:latin typeface="Gotham Medium" panose="02000604030000020004" pitchFamily="50" charset="0"/>
              </a:defRPr>
            </a:lvl2pPr>
            <a:lvl3pPr>
              <a:defRPr sz="1400">
                <a:latin typeface="Gotham Medium" panose="02000604030000020004" pitchFamily="50" charset="0"/>
              </a:defRPr>
            </a:lvl3pPr>
            <a:lvl4pPr>
              <a:defRPr sz="1400">
                <a:latin typeface="Gotham Medium" panose="02000604030000020004" pitchFamily="50" charset="0"/>
              </a:defRPr>
            </a:lvl4pPr>
            <a:lvl5pPr>
              <a:defRPr sz="1400">
                <a:latin typeface="Gotham Medium" panose="02000604030000020004" pitchFamily="50" charset="0"/>
              </a:defRPr>
            </a:lvl5pPr>
          </a:lstStyle>
          <a:p>
            <a:pPr lvl="0"/>
            <a:r>
              <a:rPr lang="en-US"/>
              <a:t>Click to edit Master text styles</a:t>
            </a:r>
          </a:p>
        </p:txBody>
      </p:sp>
      <p:sp>
        <p:nvSpPr>
          <p:cNvPr id="18" name="Text Placeholder 13">
            <a:extLst>
              <a:ext uri="{FF2B5EF4-FFF2-40B4-BE49-F238E27FC236}">
                <a16:creationId xmlns:a16="http://schemas.microsoft.com/office/drawing/2014/main" id="{FFDD6659-028F-4CE9-857A-34855DAC9AFD}"/>
              </a:ext>
            </a:extLst>
          </p:cNvPr>
          <p:cNvSpPr>
            <a:spLocks noGrp="1"/>
          </p:cNvSpPr>
          <p:nvPr>
            <p:ph type="body" sz="quarter" idx="17"/>
          </p:nvPr>
        </p:nvSpPr>
        <p:spPr>
          <a:xfrm>
            <a:off x="3599726" y="3926432"/>
            <a:ext cx="2052930" cy="262460"/>
          </a:xfrm>
        </p:spPr>
        <p:txBody>
          <a:bodyPr>
            <a:noAutofit/>
          </a:bodyPr>
          <a:lstStyle>
            <a:lvl1pPr marL="0" indent="0">
              <a:buNone/>
              <a:defRPr sz="1400">
                <a:latin typeface="Gotham Medium" panose="02000604030000020004" pitchFamily="50" charset="0"/>
              </a:defRPr>
            </a:lvl1pPr>
            <a:lvl2pPr>
              <a:defRPr sz="1400">
                <a:latin typeface="Gotham Medium" panose="02000604030000020004" pitchFamily="50" charset="0"/>
              </a:defRPr>
            </a:lvl2pPr>
            <a:lvl3pPr>
              <a:defRPr sz="1400">
                <a:latin typeface="Gotham Medium" panose="02000604030000020004" pitchFamily="50" charset="0"/>
              </a:defRPr>
            </a:lvl3pPr>
            <a:lvl4pPr>
              <a:defRPr sz="1400">
                <a:latin typeface="Gotham Medium" panose="02000604030000020004" pitchFamily="50" charset="0"/>
              </a:defRPr>
            </a:lvl4pPr>
            <a:lvl5pPr>
              <a:defRPr sz="1400">
                <a:latin typeface="Gotham Medium" panose="02000604030000020004" pitchFamily="50" charset="0"/>
              </a:defRPr>
            </a:lvl5pPr>
          </a:lstStyle>
          <a:p>
            <a:pPr lvl="0"/>
            <a:r>
              <a:rPr lang="en-US"/>
              <a:t>Click to edit Master text styles</a:t>
            </a:r>
          </a:p>
        </p:txBody>
      </p:sp>
      <p:sp>
        <p:nvSpPr>
          <p:cNvPr id="20" name="Text Placeholder 13">
            <a:extLst>
              <a:ext uri="{FF2B5EF4-FFF2-40B4-BE49-F238E27FC236}">
                <a16:creationId xmlns:a16="http://schemas.microsoft.com/office/drawing/2014/main" id="{842EE48E-2F82-4966-946D-824BA2DF57D1}"/>
              </a:ext>
            </a:extLst>
          </p:cNvPr>
          <p:cNvSpPr>
            <a:spLocks noGrp="1"/>
          </p:cNvSpPr>
          <p:nvPr>
            <p:ph type="body" sz="quarter" idx="19"/>
          </p:nvPr>
        </p:nvSpPr>
        <p:spPr>
          <a:xfrm>
            <a:off x="7951469" y="1456861"/>
            <a:ext cx="3732529" cy="267806"/>
          </a:xfrm>
        </p:spPr>
        <p:txBody>
          <a:bodyPr>
            <a:noAutofit/>
          </a:bodyPr>
          <a:lstStyle>
            <a:lvl1pPr marL="0" indent="0">
              <a:buNone/>
              <a:defRPr sz="1400">
                <a:latin typeface="Gotham Medium" panose="02000604030000020004" pitchFamily="50" charset="0"/>
              </a:defRPr>
            </a:lvl1pPr>
            <a:lvl2pPr>
              <a:defRPr sz="1400">
                <a:latin typeface="Gotham Medium" panose="02000604030000020004" pitchFamily="50" charset="0"/>
              </a:defRPr>
            </a:lvl2pPr>
            <a:lvl3pPr>
              <a:defRPr sz="1400">
                <a:latin typeface="Gotham Medium" panose="02000604030000020004" pitchFamily="50" charset="0"/>
              </a:defRPr>
            </a:lvl3pPr>
            <a:lvl4pPr>
              <a:defRPr sz="1400">
                <a:latin typeface="Gotham Medium" panose="02000604030000020004" pitchFamily="50" charset="0"/>
              </a:defRPr>
            </a:lvl4pPr>
            <a:lvl5pPr>
              <a:defRPr sz="1400">
                <a:latin typeface="Gotham Medium" panose="02000604030000020004" pitchFamily="50" charset="0"/>
              </a:defRPr>
            </a:lvl5pPr>
          </a:lstStyle>
          <a:p>
            <a:pPr lvl="0"/>
            <a:r>
              <a:rPr lang="en-US"/>
              <a:t>Click to edit Master text styles</a:t>
            </a:r>
          </a:p>
        </p:txBody>
      </p:sp>
      <p:sp>
        <p:nvSpPr>
          <p:cNvPr id="21" name="Text Placeholder 13">
            <a:extLst>
              <a:ext uri="{FF2B5EF4-FFF2-40B4-BE49-F238E27FC236}">
                <a16:creationId xmlns:a16="http://schemas.microsoft.com/office/drawing/2014/main" id="{42B481FC-BE5B-409E-8F16-28AA8B20DFAF}"/>
              </a:ext>
            </a:extLst>
          </p:cNvPr>
          <p:cNvSpPr>
            <a:spLocks noGrp="1"/>
          </p:cNvSpPr>
          <p:nvPr>
            <p:ph type="body" sz="quarter" idx="20" hasCustomPrompt="1"/>
          </p:nvPr>
        </p:nvSpPr>
        <p:spPr>
          <a:xfrm>
            <a:off x="529771" y="982473"/>
            <a:ext cx="11154217" cy="297129"/>
          </a:xfrm>
        </p:spPr>
        <p:txBody>
          <a:bodyPr>
            <a:noAutofit/>
          </a:bodyPr>
          <a:lstStyle>
            <a:lvl1pPr marL="0" indent="0">
              <a:buNone/>
              <a:defRPr sz="1800">
                <a:solidFill>
                  <a:schemeClr val="accent3"/>
                </a:solidFill>
                <a:latin typeface="+mn-lt"/>
              </a:defRPr>
            </a:lvl1pPr>
            <a:lvl2pPr>
              <a:defRPr sz="1400">
                <a:latin typeface="Gotham Medium" panose="02000604030000020004" pitchFamily="50" charset="0"/>
              </a:defRPr>
            </a:lvl2pPr>
            <a:lvl3pPr>
              <a:defRPr sz="1400">
                <a:latin typeface="Gotham Medium" panose="02000604030000020004" pitchFamily="50" charset="0"/>
              </a:defRPr>
            </a:lvl3pPr>
            <a:lvl4pPr>
              <a:defRPr sz="1400">
                <a:latin typeface="Gotham Medium" panose="02000604030000020004" pitchFamily="50" charset="0"/>
              </a:defRPr>
            </a:lvl4pPr>
            <a:lvl5pPr>
              <a:defRPr sz="1400">
                <a:latin typeface="Gotham Medium" panose="02000604030000020004" pitchFamily="50" charset="0"/>
              </a:defRPr>
            </a:lvl5pPr>
          </a:lstStyle>
          <a:p>
            <a:pPr lvl="0"/>
            <a:r>
              <a:rPr lang="en-US"/>
              <a:t>Subtitle</a:t>
            </a:r>
          </a:p>
        </p:txBody>
      </p:sp>
      <p:cxnSp>
        <p:nvCxnSpPr>
          <p:cNvPr id="22" name="Straight Connector 21">
            <a:extLst>
              <a:ext uri="{FF2B5EF4-FFF2-40B4-BE49-F238E27FC236}">
                <a16:creationId xmlns:a16="http://schemas.microsoft.com/office/drawing/2014/main" id="{B600AED2-C2B7-4FF5-ABF9-E398B1C79D56}"/>
              </a:ext>
            </a:extLst>
          </p:cNvPr>
          <p:cNvCxnSpPr/>
          <p:nvPr userDrawn="1"/>
        </p:nvCxnSpPr>
        <p:spPr>
          <a:xfrm>
            <a:off x="3117850" y="1451825"/>
            <a:ext cx="0" cy="47140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C0F92604-5F3C-4BD8-997C-4E6DD75BBCC7}"/>
              </a:ext>
            </a:extLst>
          </p:cNvPr>
          <p:cNvCxnSpPr/>
          <p:nvPr userDrawn="1"/>
        </p:nvCxnSpPr>
        <p:spPr>
          <a:xfrm>
            <a:off x="529771" y="6356350"/>
            <a:ext cx="11154229" cy="0"/>
          </a:xfrm>
          <a:prstGeom prst="line">
            <a:avLst/>
          </a:prstGeom>
        </p:spPr>
        <p:style>
          <a:lnRef idx="1">
            <a:schemeClr val="dk1"/>
          </a:lnRef>
          <a:fillRef idx="0">
            <a:schemeClr val="dk1"/>
          </a:fillRef>
          <a:effectRef idx="0">
            <a:schemeClr val="dk1"/>
          </a:effectRef>
          <a:fontRef idx="minor">
            <a:schemeClr val="tx1"/>
          </a:fontRef>
        </p:style>
      </p:cxnSp>
      <p:sp>
        <p:nvSpPr>
          <p:cNvPr id="24" name="Text Placeholder 13">
            <a:extLst>
              <a:ext uri="{FF2B5EF4-FFF2-40B4-BE49-F238E27FC236}">
                <a16:creationId xmlns:a16="http://schemas.microsoft.com/office/drawing/2014/main" id="{CA8AAD07-901C-4519-B2E4-EF143504EB73}"/>
              </a:ext>
            </a:extLst>
          </p:cNvPr>
          <p:cNvSpPr>
            <a:spLocks noGrp="1"/>
          </p:cNvSpPr>
          <p:nvPr>
            <p:ph type="body" sz="quarter" idx="21" hasCustomPrompt="1"/>
          </p:nvPr>
        </p:nvSpPr>
        <p:spPr>
          <a:xfrm>
            <a:off x="529772" y="1451825"/>
            <a:ext cx="2415358" cy="267806"/>
          </a:xfrm>
        </p:spPr>
        <p:txBody>
          <a:bodyPr>
            <a:noAutofit/>
          </a:bodyPr>
          <a:lstStyle>
            <a:lvl1pPr marL="0" indent="0">
              <a:buNone/>
              <a:defRPr sz="1400">
                <a:solidFill>
                  <a:schemeClr val="accent3"/>
                </a:solidFill>
                <a:latin typeface="+mn-lt"/>
              </a:defRPr>
            </a:lvl1pPr>
            <a:lvl2pPr>
              <a:defRPr sz="1400">
                <a:latin typeface="Gotham Medium" panose="02000604030000020004" pitchFamily="50" charset="0"/>
              </a:defRPr>
            </a:lvl2pPr>
            <a:lvl3pPr>
              <a:defRPr sz="1400">
                <a:latin typeface="Gotham Medium" panose="02000604030000020004" pitchFamily="50" charset="0"/>
              </a:defRPr>
            </a:lvl3pPr>
            <a:lvl4pPr>
              <a:defRPr sz="1400">
                <a:latin typeface="Gotham Medium" panose="02000604030000020004" pitchFamily="50" charset="0"/>
              </a:defRPr>
            </a:lvl4pPr>
            <a:lvl5pPr>
              <a:defRPr sz="1400">
                <a:latin typeface="Gotham Medium" panose="02000604030000020004" pitchFamily="50" charset="0"/>
              </a:defRPr>
            </a:lvl5pPr>
          </a:lstStyle>
          <a:p>
            <a:pPr lvl="0"/>
            <a:r>
              <a:rPr lang="en-US"/>
              <a:t>Side Commentary</a:t>
            </a:r>
          </a:p>
        </p:txBody>
      </p:sp>
      <p:sp>
        <p:nvSpPr>
          <p:cNvPr id="25" name="Content Placeholder 2">
            <a:extLst>
              <a:ext uri="{FF2B5EF4-FFF2-40B4-BE49-F238E27FC236}">
                <a16:creationId xmlns:a16="http://schemas.microsoft.com/office/drawing/2014/main" id="{225C987D-4348-4F86-B8A6-8685C968352A}"/>
              </a:ext>
            </a:extLst>
          </p:cNvPr>
          <p:cNvSpPr>
            <a:spLocks noGrp="1"/>
          </p:cNvSpPr>
          <p:nvPr>
            <p:ph idx="22" hasCustomPrompt="1"/>
          </p:nvPr>
        </p:nvSpPr>
        <p:spPr>
          <a:xfrm>
            <a:off x="529772" y="1790945"/>
            <a:ext cx="2415358" cy="4374905"/>
          </a:xfrm>
        </p:spPr>
        <p:txBody>
          <a:bodyPr>
            <a:normAutofit/>
          </a:bodyPr>
          <a:lstStyle>
            <a:lvl1pPr>
              <a:defRPr sz="1200">
                <a:latin typeface="+mn-lt"/>
              </a:defRPr>
            </a:lvl1pPr>
            <a:lvl2pPr>
              <a:defRPr sz="1200">
                <a:latin typeface="HelveticaNeueLT Com 45 Lt" panose="020B0403020202020204" pitchFamily="34" charset="0"/>
              </a:defRPr>
            </a:lvl2pPr>
            <a:lvl3pPr>
              <a:defRPr sz="1200">
                <a:latin typeface="HelveticaNeueLT Com 45 Lt" panose="020B0403020202020204" pitchFamily="34" charset="0"/>
              </a:defRPr>
            </a:lvl3pPr>
            <a:lvl4pPr>
              <a:defRPr sz="1200">
                <a:latin typeface="HelveticaNeueLT Com 45 Lt" panose="020B0403020202020204" pitchFamily="34" charset="0"/>
              </a:defRPr>
            </a:lvl4pPr>
            <a:lvl5pPr>
              <a:defRPr sz="1200">
                <a:latin typeface="HelveticaNeueLT Com 45 Lt" panose="020B0403020202020204" pitchFamily="34" charset="0"/>
              </a:defRPr>
            </a:lvl5pPr>
          </a:lstStyle>
          <a:p>
            <a:pPr lvl="0"/>
            <a:r>
              <a:rPr lang="en-GB"/>
              <a:t>Text</a:t>
            </a:r>
          </a:p>
        </p:txBody>
      </p:sp>
      <p:sp>
        <p:nvSpPr>
          <p:cNvPr id="28" name="Rectangle 27">
            <a:extLst>
              <a:ext uri="{FF2B5EF4-FFF2-40B4-BE49-F238E27FC236}">
                <a16:creationId xmlns:a16="http://schemas.microsoft.com/office/drawing/2014/main" id="{321C3171-B487-48FB-B851-1D0430DA75E3}"/>
              </a:ext>
            </a:extLst>
          </p:cNvPr>
          <p:cNvSpPr/>
          <p:nvPr userDrawn="1"/>
        </p:nvSpPr>
        <p:spPr>
          <a:xfrm>
            <a:off x="3414855" y="1460946"/>
            <a:ext cx="144087" cy="2624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Rectangle 28">
            <a:extLst>
              <a:ext uri="{FF2B5EF4-FFF2-40B4-BE49-F238E27FC236}">
                <a16:creationId xmlns:a16="http://schemas.microsoft.com/office/drawing/2014/main" id="{376142BC-2AEB-4D4C-8AB3-3067167E66CE}"/>
              </a:ext>
            </a:extLst>
          </p:cNvPr>
          <p:cNvSpPr/>
          <p:nvPr userDrawn="1"/>
        </p:nvSpPr>
        <p:spPr>
          <a:xfrm>
            <a:off x="3414855" y="3926432"/>
            <a:ext cx="144087" cy="2624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Rectangle 30">
            <a:extLst>
              <a:ext uri="{FF2B5EF4-FFF2-40B4-BE49-F238E27FC236}">
                <a16:creationId xmlns:a16="http://schemas.microsoft.com/office/drawing/2014/main" id="{FBD54F38-48D4-48F4-9FFC-8A5825CA76C6}"/>
              </a:ext>
            </a:extLst>
          </p:cNvPr>
          <p:cNvSpPr/>
          <p:nvPr userDrawn="1"/>
        </p:nvSpPr>
        <p:spPr>
          <a:xfrm>
            <a:off x="7755079" y="1463932"/>
            <a:ext cx="144087" cy="2624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Date Placeholder 4">
            <a:extLst>
              <a:ext uri="{FF2B5EF4-FFF2-40B4-BE49-F238E27FC236}">
                <a16:creationId xmlns:a16="http://schemas.microsoft.com/office/drawing/2014/main" id="{A4775865-B2B5-4DAF-B1EA-DDBDF601AEB3}"/>
              </a:ext>
            </a:extLst>
          </p:cNvPr>
          <p:cNvSpPr>
            <a:spLocks noGrp="1"/>
          </p:cNvSpPr>
          <p:nvPr>
            <p:ph type="dt" sz="half" idx="23"/>
          </p:nvPr>
        </p:nvSpPr>
        <p:spPr/>
        <p:txBody>
          <a:bodyPr/>
          <a:lstStyle/>
          <a:p>
            <a:fld id="{5D77077C-FEF9-4A07-92A0-31EDE9512421}" type="datetime1">
              <a:rPr lang="en-US" smtClean="0"/>
              <a:pPr/>
              <a:t>5/7/2026</a:t>
            </a:fld>
            <a:r>
              <a:rPr lang="en-US"/>
              <a:t>; $MM unless otherwise stated</a:t>
            </a:r>
            <a:endParaRPr lang="en-GB"/>
          </a:p>
        </p:txBody>
      </p:sp>
      <p:sp>
        <p:nvSpPr>
          <p:cNvPr id="6" name="Footer Placeholder 5">
            <a:extLst>
              <a:ext uri="{FF2B5EF4-FFF2-40B4-BE49-F238E27FC236}">
                <a16:creationId xmlns:a16="http://schemas.microsoft.com/office/drawing/2014/main" id="{1EA67923-3903-4910-9F49-A504FB7134EA}"/>
              </a:ext>
            </a:extLst>
          </p:cNvPr>
          <p:cNvSpPr>
            <a:spLocks noGrp="1"/>
          </p:cNvSpPr>
          <p:nvPr>
            <p:ph type="ftr" sz="quarter" idx="24"/>
          </p:nvPr>
        </p:nvSpPr>
        <p:spPr/>
        <p:txBody>
          <a:bodyPr/>
          <a:lstStyle/>
          <a:p>
            <a:r>
              <a:rPr lang="en-GB"/>
              <a:t>Insert Stock Name (XXXX: XXXXX)</a:t>
            </a:r>
          </a:p>
        </p:txBody>
      </p:sp>
      <p:sp>
        <p:nvSpPr>
          <p:cNvPr id="8" name="Slide Number Placeholder 7">
            <a:extLst>
              <a:ext uri="{FF2B5EF4-FFF2-40B4-BE49-F238E27FC236}">
                <a16:creationId xmlns:a16="http://schemas.microsoft.com/office/drawing/2014/main" id="{2774961D-198C-4211-BE29-7AC0E7B8BEB7}"/>
              </a:ext>
            </a:extLst>
          </p:cNvPr>
          <p:cNvSpPr>
            <a:spLocks noGrp="1"/>
          </p:cNvSpPr>
          <p:nvPr>
            <p:ph type="sldNum" sz="quarter" idx="25"/>
          </p:nvPr>
        </p:nvSpPr>
        <p:spPr/>
        <p:txBody>
          <a:bodyPr/>
          <a:lstStyle/>
          <a:p>
            <a:fld id="{225705C9-C93A-4611-A575-E7A979D414CC}" type="slidenum">
              <a:rPr lang="en-GB" smtClean="0"/>
              <a:pPr/>
              <a:t>‹N°›</a:t>
            </a:fld>
            <a:endParaRPr lang="en-GB"/>
          </a:p>
        </p:txBody>
      </p:sp>
      <p:sp>
        <p:nvSpPr>
          <p:cNvPr id="34" name="Content Placeholder 2">
            <a:extLst>
              <a:ext uri="{FF2B5EF4-FFF2-40B4-BE49-F238E27FC236}">
                <a16:creationId xmlns:a16="http://schemas.microsoft.com/office/drawing/2014/main" id="{0FE84B27-42D6-441C-803C-8632B10D3F6B}"/>
              </a:ext>
            </a:extLst>
          </p:cNvPr>
          <p:cNvSpPr>
            <a:spLocks noGrp="1"/>
          </p:cNvSpPr>
          <p:nvPr>
            <p:ph idx="26" hasCustomPrompt="1"/>
          </p:nvPr>
        </p:nvSpPr>
        <p:spPr>
          <a:xfrm>
            <a:off x="6371639" y="4262121"/>
            <a:ext cx="2823820" cy="1903719"/>
          </a:xfrm>
        </p:spPr>
        <p:txBody>
          <a:bodyPr>
            <a:normAutofit/>
          </a:bodyPr>
          <a:lstStyle>
            <a:lvl1pPr marL="0" indent="0">
              <a:buNone/>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5" name="Text Placeholder 13">
            <a:extLst>
              <a:ext uri="{FF2B5EF4-FFF2-40B4-BE49-F238E27FC236}">
                <a16:creationId xmlns:a16="http://schemas.microsoft.com/office/drawing/2014/main" id="{B06D03CB-5CF9-4BDE-9776-EAB7BD940BA8}"/>
              </a:ext>
            </a:extLst>
          </p:cNvPr>
          <p:cNvSpPr>
            <a:spLocks noGrp="1"/>
          </p:cNvSpPr>
          <p:nvPr>
            <p:ph type="body" sz="quarter" idx="27"/>
          </p:nvPr>
        </p:nvSpPr>
        <p:spPr>
          <a:xfrm>
            <a:off x="6569880" y="3926432"/>
            <a:ext cx="2052930" cy="262460"/>
          </a:xfrm>
        </p:spPr>
        <p:txBody>
          <a:bodyPr>
            <a:noAutofit/>
          </a:bodyPr>
          <a:lstStyle>
            <a:lvl1pPr marL="0" indent="0">
              <a:buNone/>
              <a:defRPr sz="1400">
                <a:latin typeface="Gotham Medium" panose="02000604030000020004" pitchFamily="50" charset="0"/>
              </a:defRPr>
            </a:lvl1pPr>
            <a:lvl2pPr>
              <a:defRPr sz="1400">
                <a:latin typeface="Gotham Medium" panose="02000604030000020004" pitchFamily="50" charset="0"/>
              </a:defRPr>
            </a:lvl2pPr>
            <a:lvl3pPr>
              <a:defRPr sz="1400">
                <a:latin typeface="Gotham Medium" panose="02000604030000020004" pitchFamily="50" charset="0"/>
              </a:defRPr>
            </a:lvl3pPr>
            <a:lvl4pPr>
              <a:defRPr sz="1400">
                <a:latin typeface="Gotham Medium" panose="02000604030000020004" pitchFamily="50" charset="0"/>
              </a:defRPr>
            </a:lvl4pPr>
            <a:lvl5pPr>
              <a:defRPr sz="1400">
                <a:latin typeface="Gotham Medium" panose="02000604030000020004" pitchFamily="50" charset="0"/>
              </a:defRPr>
            </a:lvl5pPr>
          </a:lstStyle>
          <a:p>
            <a:pPr lvl="0"/>
            <a:r>
              <a:rPr lang="en-US"/>
              <a:t>Click to edit Master text styles</a:t>
            </a:r>
          </a:p>
        </p:txBody>
      </p:sp>
      <p:sp>
        <p:nvSpPr>
          <p:cNvPr id="36" name="Rectangle 35">
            <a:extLst>
              <a:ext uri="{FF2B5EF4-FFF2-40B4-BE49-F238E27FC236}">
                <a16:creationId xmlns:a16="http://schemas.microsoft.com/office/drawing/2014/main" id="{E58A27B7-D6F1-4BDA-972D-EF423D42C29A}"/>
              </a:ext>
            </a:extLst>
          </p:cNvPr>
          <p:cNvSpPr/>
          <p:nvPr userDrawn="1"/>
        </p:nvSpPr>
        <p:spPr>
          <a:xfrm>
            <a:off x="6385009" y="3926432"/>
            <a:ext cx="144087" cy="2624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7" name="Content Placeholder 2">
            <a:extLst>
              <a:ext uri="{FF2B5EF4-FFF2-40B4-BE49-F238E27FC236}">
                <a16:creationId xmlns:a16="http://schemas.microsoft.com/office/drawing/2014/main" id="{B0FA5C26-8267-49FC-B1EB-C827EB37EE8B}"/>
              </a:ext>
            </a:extLst>
          </p:cNvPr>
          <p:cNvSpPr>
            <a:spLocks noGrp="1"/>
          </p:cNvSpPr>
          <p:nvPr>
            <p:ph idx="28" hasCustomPrompt="1"/>
          </p:nvPr>
        </p:nvSpPr>
        <p:spPr>
          <a:xfrm>
            <a:off x="9368180" y="4268301"/>
            <a:ext cx="2823820" cy="1903719"/>
          </a:xfrm>
        </p:spPr>
        <p:txBody>
          <a:bodyPr>
            <a:normAutofit/>
          </a:bodyPr>
          <a:lstStyle>
            <a:lvl1pPr marL="0" indent="0">
              <a:buNone/>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8" name="Text Placeholder 13">
            <a:extLst>
              <a:ext uri="{FF2B5EF4-FFF2-40B4-BE49-F238E27FC236}">
                <a16:creationId xmlns:a16="http://schemas.microsoft.com/office/drawing/2014/main" id="{5D1151ED-DF40-481A-8F00-7F32DE79C1F3}"/>
              </a:ext>
            </a:extLst>
          </p:cNvPr>
          <p:cNvSpPr>
            <a:spLocks noGrp="1"/>
          </p:cNvSpPr>
          <p:nvPr>
            <p:ph type="body" sz="quarter" idx="29"/>
          </p:nvPr>
        </p:nvSpPr>
        <p:spPr>
          <a:xfrm>
            <a:off x="9566421" y="3932612"/>
            <a:ext cx="2052930" cy="262460"/>
          </a:xfrm>
        </p:spPr>
        <p:txBody>
          <a:bodyPr>
            <a:noAutofit/>
          </a:bodyPr>
          <a:lstStyle>
            <a:lvl1pPr marL="0" indent="0">
              <a:buNone/>
              <a:defRPr sz="1400">
                <a:latin typeface="Gotham Medium" panose="02000604030000020004" pitchFamily="50" charset="0"/>
              </a:defRPr>
            </a:lvl1pPr>
            <a:lvl2pPr>
              <a:defRPr sz="1400">
                <a:latin typeface="Gotham Medium" panose="02000604030000020004" pitchFamily="50" charset="0"/>
              </a:defRPr>
            </a:lvl2pPr>
            <a:lvl3pPr>
              <a:defRPr sz="1400">
                <a:latin typeface="Gotham Medium" panose="02000604030000020004" pitchFamily="50" charset="0"/>
              </a:defRPr>
            </a:lvl3pPr>
            <a:lvl4pPr>
              <a:defRPr sz="1400">
                <a:latin typeface="Gotham Medium" panose="02000604030000020004" pitchFamily="50" charset="0"/>
              </a:defRPr>
            </a:lvl4pPr>
            <a:lvl5pPr>
              <a:defRPr sz="1400">
                <a:latin typeface="Gotham Medium" panose="02000604030000020004" pitchFamily="50" charset="0"/>
              </a:defRPr>
            </a:lvl5pPr>
          </a:lstStyle>
          <a:p>
            <a:pPr lvl="0"/>
            <a:r>
              <a:rPr lang="en-US"/>
              <a:t>Click to edit Master text styles</a:t>
            </a:r>
          </a:p>
        </p:txBody>
      </p:sp>
      <p:sp>
        <p:nvSpPr>
          <p:cNvPr id="39" name="Rectangle 38">
            <a:extLst>
              <a:ext uri="{FF2B5EF4-FFF2-40B4-BE49-F238E27FC236}">
                <a16:creationId xmlns:a16="http://schemas.microsoft.com/office/drawing/2014/main" id="{81DC339F-3EA3-4296-8D7F-CCDED834892B}"/>
              </a:ext>
            </a:extLst>
          </p:cNvPr>
          <p:cNvSpPr/>
          <p:nvPr userDrawn="1"/>
        </p:nvSpPr>
        <p:spPr>
          <a:xfrm>
            <a:off x="9381550" y="3932612"/>
            <a:ext cx="144087" cy="2624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0" name="Picture 29" descr="Logo&#10;&#10;Description automatically generated">
            <a:extLst>
              <a:ext uri="{FF2B5EF4-FFF2-40B4-BE49-F238E27FC236}">
                <a16:creationId xmlns:a16="http://schemas.microsoft.com/office/drawing/2014/main" id="{F4494353-CB1E-1543-9E02-C2363EAE954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348335" y="-316820"/>
            <a:ext cx="1676397" cy="1676397"/>
          </a:xfrm>
          <a:prstGeom prst="rect">
            <a:avLst/>
          </a:prstGeom>
        </p:spPr>
      </p:pic>
    </p:spTree>
    <p:extLst>
      <p:ext uri="{BB962C8B-B14F-4D97-AF65-F5344CB8AC3E}">
        <p14:creationId xmlns:p14="http://schemas.microsoft.com/office/powerpoint/2010/main" val="17922797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2"/>
          </p:nvPr>
        </p:nvSpPr>
        <p:spPr>
          <a:xfrm>
            <a:off x="529770" y="6356350"/>
            <a:ext cx="2743200" cy="365125"/>
          </a:xfrm>
          <a:prstGeom prst="rect">
            <a:avLst/>
          </a:prstGeom>
        </p:spPr>
        <p:txBody>
          <a:bodyPr vert="horz" lIns="91440" tIns="45720" rIns="91440" bIns="45720" rtlCol="0" anchor="ctr"/>
          <a:lstStyle>
            <a:lvl1pPr algn="l">
              <a:defRPr sz="1200">
                <a:solidFill>
                  <a:schemeClr val="tx1"/>
                </a:solidFill>
              </a:defRPr>
            </a:lvl1pPr>
          </a:lstStyle>
          <a:p>
            <a:fld id="{5D77077C-FEF9-4A07-92A0-31EDE9512421}" type="datetime1">
              <a:rPr lang="en-US" smtClean="0"/>
              <a:pPr/>
              <a:t>5/7/2026</a:t>
            </a:fld>
            <a:r>
              <a:rPr lang="en-US"/>
              <a:t>; $MM unless otherwise stated</a:t>
            </a:r>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solidFill>
              </a:defRPr>
            </a:lvl1pPr>
          </a:lstStyle>
          <a:p>
            <a:r>
              <a:rPr lang="en-GB"/>
              <a:t>Insert Stock Name (XXXX: XXXXX)</a:t>
            </a:r>
          </a:p>
        </p:txBody>
      </p:sp>
      <p:sp>
        <p:nvSpPr>
          <p:cNvPr id="6" name="Slide Number Placeholder 5"/>
          <p:cNvSpPr>
            <a:spLocks noGrp="1"/>
          </p:cNvSpPr>
          <p:nvPr>
            <p:ph type="sldNum" sz="quarter" idx="4"/>
          </p:nvPr>
        </p:nvSpPr>
        <p:spPr>
          <a:xfrm>
            <a:off x="8919030" y="6356350"/>
            <a:ext cx="2743200" cy="365125"/>
          </a:xfrm>
          <a:prstGeom prst="rect">
            <a:avLst/>
          </a:prstGeom>
        </p:spPr>
        <p:txBody>
          <a:bodyPr vert="horz" lIns="91440" tIns="45720" rIns="91440" bIns="45720" rtlCol="0" anchor="ctr"/>
          <a:lstStyle>
            <a:lvl1pPr algn="r">
              <a:defRPr sz="1200">
                <a:solidFill>
                  <a:schemeClr val="tx1"/>
                </a:solidFill>
              </a:defRPr>
            </a:lvl1pPr>
          </a:lstStyle>
          <a:p>
            <a:fld id="{225705C9-C93A-4611-A575-E7A979D414CC}" type="slidenum">
              <a:rPr lang="en-GB" smtClean="0"/>
              <a:pPr/>
              <a:t>‹N°›</a:t>
            </a:fld>
            <a:endParaRPr lang="en-GB"/>
          </a:p>
        </p:txBody>
      </p:sp>
    </p:spTree>
    <p:extLst>
      <p:ext uri="{BB962C8B-B14F-4D97-AF65-F5344CB8AC3E}">
        <p14:creationId xmlns:p14="http://schemas.microsoft.com/office/powerpoint/2010/main" val="1666275439"/>
      </p:ext>
    </p:extLst>
  </p:cSld>
  <p:clrMap bg1="lt1" tx1="dk1" bg2="lt2" tx2="dk2" accent1="accent1" accent2="accent2" accent3="accent3" accent4="accent4" accent5="accent5" accent6="accent6" hlink="hlink" folHlink="folHlink"/>
  <p:sldLayoutIdLst>
    <p:sldLayoutId id="2147483649" r:id="rId1"/>
    <p:sldLayoutId id="2147483662" r:id="rId2"/>
    <p:sldLayoutId id="2147483663" r:id="rId3"/>
    <p:sldLayoutId id="2147483661" r:id="rId4"/>
    <p:sldLayoutId id="2147483665" r:id="rId5"/>
    <p:sldLayoutId id="2147483664" r:id="rId6"/>
    <p:sldLayoutId id="2147483650" r:id="rId7"/>
    <p:sldLayoutId id="2147483666" r:id="rId8"/>
    <p:sldLayoutId id="2147483651" r:id="rId9"/>
    <p:sldLayoutId id="2147483667" r:id="rId10"/>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customXml" Target="../ink/ink4.xml"/><Relationship Id="rId3" Type="http://schemas.openxmlformats.org/officeDocument/2006/relationships/diagramLayout" Target="../diagrams/layout1.xml"/><Relationship Id="rId7" Type="http://schemas.openxmlformats.org/officeDocument/2006/relationships/customXml" Target="../ink/ink1.xml"/><Relationship Id="rId12" Type="http://schemas.openxmlformats.org/officeDocument/2006/relationships/image" Target="../media/image7.png"/><Relationship Id="rId2" Type="http://schemas.openxmlformats.org/officeDocument/2006/relationships/diagramData" Target="../diagrams/data1.xml"/><Relationship Id="rId1" Type="http://schemas.openxmlformats.org/officeDocument/2006/relationships/slideLayout" Target="../slideLayouts/slideLayout8.xml"/><Relationship Id="rId6" Type="http://schemas.microsoft.com/office/2007/relationships/diagramDrawing" Target="../diagrams/drawing1.xml"/><Relationship Id="rId11" Type="http://schemas.openxmlformats.org/officeDocument/2006/relationships/customXml" Target="../ink/ink3.xml"/><Relationship Id="rId5" Type="http://schemas.openxmlformats.org/officeDocument/2006/relationships/diagramColors" Target="../diagrams/colors1.xml"/><Relationship Id="rId10" Type="http://schemas.openxmlformats.org/officeDocument/2006/relationships/image" Target="../media/image6.png"/><Relationship Id="rId4" Type="http://schemas.openxmlformats.org/officeDocument/2006/relationships/diagramQuickStyle" Target="../diagrams/quickStyle1.xml"/><Relationship Id="rId9" Type="http://schemas.openxmlformats.org/officeDocument/2006/relationships/customXml" Target="../ink/ink2.xml"/><Relationship Id="rId14" Type="http://schemas.openxmlformats.org/officeDocument/2006/relationships/image" Target="../media/image8.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8.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5.xml"/><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6.xml"/><Relationship Id="rId4" Type="http://schemas.openxmlformats.org/officeDocument/2006/relationships/image" Target="../media/image22.png"/></Relationships>
</file>

<file path=ppt/slides/_rels/slide1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8.xml"/><Relationship Id="rId5" Type="http://schemas.openxmlformats.org/officeDocument/2006/relationships/image" Target="../media/image26.png"/><Relationship Id="rId4" Type="http://schemas.openxmlformats.org/officeDocument/2006/relationships/image" Target="../media/image25.png"/></Relationships>
</file>

<file path=ppt/slides/_rels/slide12.xml.rels><?xml version="1.0" encoding="UTF-8" standalone="yes"?>
<Relationships xmlns="http://schemas.openxmlformats.org/package/2006/relationships"><Relationship Id="rId8" Type="http://schemas.openxmlformats.org/officeDocument/2006/relationships/customXml" Target="../ink/ink7.xml"/><Relationship Id="rId13" Type="http://schemas.openxmlformats.org/officeDocument/2006/relationships/image" Target="../media/image33.png"/><Relationship Id="rId3" Type="http://schemas.openxmlformats.org/officeDocument/2006/relationships/customXml" Target="../ink/ink5.xml"/><Relationship Id="rId7" Type="http://schemas.openxmlformats.org/officeDocument/2006/relationships/image" Target="../media/image30.png"/><Relationship Id="rId12" Type="http://schemas.openxmlformats.org/officeDocument/2006/relationships/customXml" Target="../ink/ink9.xml"/><Relationship Id="rId2" Type="http://schemas.openxmlformats.org/officeDocument/2006/relationships/image" Target="../media/image27.png"/><Relationship Id="rId1" Type="http://schemas.openxmlformats.org/officeDocument/2006/relationships/slideLayout" Target="../slideLayouts/slideLayout8.xml"/><Relationship Id="rId6" Type="http://schemas.openxmlformats.org/officeDocument/2006/relationships/customXml" Target="../ink/ink6.xml"/><Relationship Id="rId11" Type="http://schemas.openxmlformats.org/officeDocument/2006/relationships/image" Target="../media/image32.png"/><Relationship Id="rId5" Type="http://schemas.openxmlformats.org/officeDocument/2006/relationships/image" Target="../media/image29.png"/><Relationship Id="rId10" Type="http://schemas.openxmlformats.org/officeDocument/2006/relationships/customXml" Target="../ink/ink8.xml"/><Relationship Id="rId9" Type="http://schemas.openxmlformats.org/officeDocument/2006/relationships/image" Target="../media/image31.png"/><Relationship Id="rId14" Type="http://schemas.openxmlformats.org/officeDocument/2006/relationships/image" Target="../media/image28.png"/></Relationships>
</file>

<file path=ppt/slides/_rels/slide13.xml.rels><?xml version="1.0" encoding="UTF-8" standalone="yes"?>
<Relationships xmlns="http://schemas.openxmlformats.org/package/2006/relationships"><Relationship Id="rId13" Type="http://schemas.openxmlformats.org/officeDocument/2006/relationships/customXml" Target="../ink/ink15.xml"/><Relationship Id="rId18" Type="http://schemas.openxmlformats.org/officeDocument/2006/relationships/image" Target="../media/image41.png"/><Relationship Id="rId26" Type="http://schemas.openxmlformats.org/officeDocument/2006/relationships/image" Target="../media/image45.png"/><Relationship Id="rId3" Type="http://schemas.openxmlformats.org/officeDocument/2006/relationships/customXml" Target="../ink/ink10.xml"/><Relationship Id="rId21" Type="http://schemas.openxmlformats.org/officeDocument/2006/relationships/customXml" Target="../ink/ink19.xml"/><Relationship Id="rId34" Type="http://schemas.openxmlformats.org/officeDocument/2006/relationships/image" Target="../media/image49.png"/><Relationship Id="rId7" Type="http://schemas.openxmlformats.org/officeDocument/2006/relationships/customXml" Target="../ink/ink12.xml"/><Relationship Id="rId12" Type="http://schemas.openxmlformats.org/officeDocument/2006/relationships/image" Target="../media/image38.png"/><Relationship Id="rId17" Type="http://schemas.openxmlformats.org/officeDocument/2006/relationships/customXml" Target="../ink/ink17.xml"/><Relationship Id="rId25" Type="http://schemas.openxmlformats.org/officeDocument/2006/relationships/customXml" Target="../ink/ink21.xml"/><Relationship Id="rId33" Type="http://schemas.openxmlformats.org/officeDocument/2006/relationships/customXml" Target="../ink/ink25.xml"/><Relationship Id="rId2" Type="http://schemas.openxmlformats.org/officeDocument/2006/relationships/notesSlide" Target="../notesSlides/notesSlide3.xml"/><Relationship Id="rId16" Type="http://schemas.openxmlformats.org/officeDocument/2006/relationships/image" Target="../media/image40.png"/><Relationship Id="rId20" Type="http://schemas.openxmlformats.org/officeDocument/2006/relationships/image" Target="../media/image42.png"/><Relationship Id="rId29" Type="http://schemas.openxmlformats.org/officeDocument/2006/relationships/customXml" Target="../ink/ink23.xml"/><Relationship Id="rId1" Type="http://schemas.openxmlformats.org/officeDocument/2006/relationships/slideLayout" Target="../slideLayouts/slideLayout8.xml"/><Relationship Id="rId6" Type="http://schemas.openxmlformats.org/officeDocument/2006/relationships/image" Target="../media/image35.png"/><Relationship Id="rId11" Type="http://schemas.openxmlformats.org/officeDocument/2006/relationships/customXml" Target="../ink/ink14.xml"/><Relationship Id="rId24" Type="http://schemas.openxmlformats.org/officeDocument/2006/relationships/image" Target="../media/image44.png"/><Relationship Id="rId32" Type="http://schemas.openxmlformats.org/officeDocument/2006/relationships/image" Target="../media/image48.png"/><Relationship Id="rId5" Type="http://schemas.openxmlformats.org/officeDocument/2006/relationships/customXml" Target="../ink/ink11.xml"/><Relationship Id="rId15" Type="http://schemas.openxmlformats.org/officeDocument/2006/relationships/customXml" Target="../ink/ink16.xml"/><Relationship Id="rId23" Type="http://schemas.openxmlformats.org/officeDocument/2006/relationships/customXml" Target="../ink/ink20.xml"/><Relationship Id="rId28" Type="http://schemas.openxmlformats.org/officeDocument/2006/relationships/image" Target="../media/image46.png"/><Relationship Id="rId36" Type="http://schemas.openxmlformats.org/officeDocument/2006/relationships/image" Target="../media/image50.png"/><Relationship Id="rId10" Type="http://schemas.openxmlformats.org/officeDocument/2006/relationships/image" Target="../media/image37.png"/><Relationship Id="rId19" Type="http://schemas.openxmlformats.org/officeDocument/2006/relationships/customXml" Target="../ink/ink18.xml"/><Relationship Id="rId31" Type="http://schemas.openxmlformats.org/officeDocument/2006/relationships/customXml" Target="../ink/ink24.xml"/><Relationship Id="rId4" Type="http://schemas.openxmlformats.org/officeDocument/2006/relationships/image" Target="../media/image34.png"/><Relationship Id="rId9" Type="http://schemas.openxmlformats.org/officeDocument/2006/relationships/customXml" Target="../ink/ink13.xml"/><Relationship Id="rId14" Type="http://schemas.openxmlformats.org/officeDocument/2006/relationships/image" Target="../media/image39.png"/><Relationship Id="rId22" Type="http://schemas.openxmlformats.org/officeDocument/2006/relationships/image" Target="../media/image43.png"/><Relationship Id="rId27" Type="http://schemas.openxmlformats.org/officeDocument/2006/relationships/customXml" Target="../ink/ink22.xml"/><Relationship Id="rId30" Type="http://schemas.openxmlformats.org/officeDocument/2006/relationships/image" Target="../media/image47.png"/><Relationship Id="rId35" Type="http://schemas.openxmlformats.org/officeDocument/2006/relationships/customXml" Target="../ink/ink26.xml"/><Relationship Id="rId8" Type="http://schemas.openxmlformats.org/officeDocument/2006/relationships/image" Target="../media/image36.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B4B43D6-884C-4EC5-BF85-9C1F9E3AA837}"/>
              </a:ext>
            </a:extLst>
          </p:cNvPr>
          <p:cNvSpPr>
            <a:spLocks noGrp="1"/>
          </p:cNvSpPr>
          <p:nvPr>
            <p:ph type="title"/>
          </p:nvPr>
        </p:nvSpPr>
        <p:spPr/>
        <p:txBody>
          <a:bodyPr>
            <a:normAutofit fontScale="90000"/>
          </a:bodyPr>
          <a:lstStyle/>
          <a:p>
            <a:r>
              <a:rPr lang="en-US" altLang="zh-CN">
                <a:latin typeface="Novecento sans wide UltraLight"/>
              </a:rPr>
              <a:t>Statistical Factor Relative Value in Natural Gas Futures</a:t>
            </a:r>
            <a:br>
              <a:rPr lang="en-GB">
                <a:latin typeface="Novecento sans wide UltraLight"/>
              </a:rPr>
            </a:br>
            <a:endParaRPr lang="en-GB"/>
          </a:p>
        </p:txBody>
      </p:sp>
      <p:sp>
        <p:nvSpPr>
          <p:cNvPr id="4" name="Text Placeholder 3">
            <a:extLst>
              <a:ext uri="{FF2B5EF4-FFF2-40B4-BE49-F238E27FC236}">
                <a16:creationId xmlns:a16="http://schemas.microsoft.com/office/drawing/2014/main" id="{0CCCE53F-3851-4FD2-80C5-E4C662C9E31F}"/>
              </a:ext>
            </a:extLst>
          </p:cNvPr>
          <p:cNvSpPr>
            <a:spLocks noGrp="1"/>
          </p:cNvSpPr>
          <p:nvPr>
            <p:ph type="body" sz="quarter" idx="11"/>
          </p:nvPr>
        </p:nvSpPr>
        <p:spPr/>
        <p:txBody>
          <a:bodyPr vert="horz" lIns="91440" tIns="45720" rIns="91440" bIns="45720" rtlCol="0" anchor="t">
            <a:normAutofit/>
          </a:bodyPr>
          <a:lstStyle/>
          <a:p>
            <a:r>
              <a:rPr lang="en-US" altLang="zh-CN">
                <a:latin typeface="Novecento sans wide Light"/>
              </a:rPr>
              <a:t>PM: Solal Danan</a:t>
            </a:r>
            <a:r>
              <a:rPr lang="en-GB">
                <a:latin typeface="Novecento sans wide Light"/>
              </a:rPr>
              <a:t> </a:t>
            </a:r>
            <a:endParaRPr lang="en-GB"/>
          </a:p>
          <a:p>
            <a:r>
              <a:rPr lang="en-GB">
                <a:latin typeface="Novecento sans wide Light"/>
              </a:rPr>
              <a:t>Analyst: </a:t>
            </a:r>
            <a:r>
              <a:rPr lang="en-GB" err="1">
                <a:latin typeface="Novecento sans wide Light"/>
              </a:rPr>
              <a:t>Shenghao</a:t>
            </a:r>
            <a:r>
              <a:rPr lang="en-GB">
                <a:latin typeface="Novecento sans wide Light"/>
              </a:rPr>
              <a:t> Sun</a:t>
            </a:r>
          </a:p>
        </p:txBody>
      </p:sp>
    </p:spTree>
    <p:extLst>
      <p:ext uri="{BB962C8B-B14F-4D97-AF65-F5344CB8AC3E}">
        <p14:creationId xmlns:p14="http://schemas.microsoft.com/office/powerpoint/2010/main" val="33472406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EC80ABD-D3FE-CC4D-BC74-6E0E157AFCA6}"/>
              </a:ext>
            </a:extLst>
          </p:cNvPr>
          <p:cNvSpPr>
            <a:spLocks noGrp="1"/>
          </p:cNvSpPr>
          <p:nvPr>
            <p:ph idx="1"/>
          </p:nvPr>
        </p:nvSpPr>
        <p:spPr>
          <a:xfrm>
            <a:off x="214460" y="1144033"/>
            <a:ext cx="11154229" cy="5214374"/>
          </a:xfrm>
        </p:spPr>
        <p:txBody>
          <a:bodyPr vert="horz" lIns="91440" tIns="45720" rIns="91440" bIns="45720" rtlCol="0" anchor="t">
            <a:normAutofit/>
          </a:bodyPr>
          <a:lstStyle/>
          <a:p>
            <a:pPr marL="741045"/>
            <a:r>
              <a:rPr lang="en-US"/>
              <a:t>Investment Thesis &amp; Data Universe</a:t>
            </a:r>
          </a:p>
          <a:p>
            <a:pPr marL="741045"/>
            <a:r>
              <a:rPr lang="en-US"/>
              <a:t>Framework:</a:t>
            </a:r>
            <a:r>
              <a:rPr lang="zh-CN" altLang="en-US"/>
              <a:t> Factor Model, PCA </a:t>
            </a:r>
            <a:r>
              <a:rPr lang="en-US" altLang="zh-CN"/>
              <a:t>&amp;</a:t>
            </a:r>
            <a:r>
              <a:rPr lang="zh-CN" altLang="en-US"/>
              <a:t> </a:t>
            </a:r>
            <a:r>
              <a:rPr lang="en-US" altLang="zh-CN"/>
              <a:t>Target</a:t>
            </a:r>
            <a:r>
              <a:rPr lang="zh-CN" altLang="en-US"/>
              <a:t> </a:t>
            </a:r>
            <a:r>
              <a:rPr lang="en-US" altLang="zh-CN"/>
              <a:t>Definition</a:t>
            </a:r>
            <a:endParaRPr lang="en-US"/>
          </a:p>
          <a:p>
            <a:pPr marL="741045"/>
            <a:r>
              <a:rPr lang="en-US"/>
              <a:t>Feature Engineering &amp; Preprocessing</a:t>
            </a:r>
          </a:p>
          <a:p>
            <a:pPr marL="741045"/>
            <a:r>
              <a:rPr lang="en-US"/>
              <a:t>Training Strategy &amp; ML Pipeline</a:t>
            </a:r>
          </a:p>
          <a:p>
            <a:pPr marL="741045"/>
            <a:r>
              <a:rPr lang="en-US">
                <a:solidFill>
                  <a:srgbClr val="262626"/>
                </a:solidFill>
                <a:ea typeface="+mn-lt"/>
                <a:cs typeface="+mn-lt"/>
              </a:rPr>
              <a:t>Signal Quality  &amp; OOS Evaluation</a:t>
            </a:r>
          </a:p>
          <a:p>
            <a:pPr marL="741045"/>
            <a:r>
              <a:rPr lang="en-US"/>
              <a:t>Model Analysis &amp; Interpretability</a:t>
            </a:r>
          </a:p>
          <a:p>
            <a:pPr marL="741045"/>
            <a:r>
              <a:rPr lang="en-US"/>
              <a:t>Portfolio Construction &amp; </a:t>
            </a:r>
            <a:r>
              <a:rPr lang="en-US" err="1"/>
              <a:t>Backtesting</a:t>
            </a:r>
            <a:endParaRPr lang="en-US"/>
          </a:p>
          <a:p>
            <a:pPr marL="741045"/>
            <a:r>
              <a:rPr lang="en-US"/>
              <a:t>Conclusion</a:t>
            </a:r>
          </a:p>
          <a:p>
            <a:pPr marL="741045"/>
            <a:endParaRPr lang="en-US"/>
          </a:p>
          <a:p>
            <a:pPr marL="741045"/>
            <a:endParaRPr lang="en-US"/>
          </a:p>
        </p:txBody>
      </p:sp>
      <p:sp>
        <p:nvSpPr>
          <p:cNvPr id="3" name="Date Placeholder 2">
            <a:extLst>
              <a:ext uri="{FF2B5EF4-FFF2-40B4-BE49-F238E27FC236}">
                <a16:creationId xmlns:a16="http://schemas.microsoft.com/office/drawing/2014/main" id="{B1066EF0-7BF3-F144-8907-971A54C8A4F4}"/>
              </a:ext>
            </a:extLst>
          </p:cNvPr>
          <p:cNvSpPr>
            <a:spLocks noGrp="1"/>
          </p:cNvSpPr>
          <p:nvPr>
            <p:ph type="dt" sz="half" idx="10"/>
          </p:nvPr>
        </p:nvSpPr>
        <p:spPr/>
        <p:txBody>
          <a:bodyPr/>
          <a:lstStyle/>
          <a:p>
            <a:fld id="{5D77077C-FEF9-4A07-92A0-31EDE9512421}" type="datetime1">
              <a:rPr lang="en-US" smtClean="0"/>
              <a:pPr/>
              <a:t>5/7/2026</a:t>
            </a:fld>
            <a:endParaRPr lang="en-GB"/>
          </a:p>
        </p:txBody>
      </p:sp>
      <p:sp>
        <p:nvSpPr>
          <p:cNvPr id="4" name="Footer Placeholder 3">
            <a:extLst>
              <a:ext uri="{FF2B5EF4-FFF2-40B4-BE49-F238E27FC236}">
                <a16:creationId xmlns:a16="http://schemas.microsoft.com/office/drawing/2014/main" id="{211ACFC9-06EC-F64A-8685-4E24CC88F303}"/>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D526274D-3FF9-5B4F-AEF4-5121EDEEE034}"/>
              </a:ext>
            </a:extLst>
          </p:cNvPr>
          <p:cNvSpPr>
            <a:spLocks noGrp="1"/>
          </p:cNvSpPr>
          <p:nvPr>
            <p:ph type="sldNum" sz="quarter" idx="12"/>
          </p:nvPr>
        </p:nvSpPr>
        <p:spPr/>
        <p:txBody>
          <a:bodyPr/>
          <a:lstStyle/>
          <a:p>
            <a:fld id="{225705C9-C93A-4611-A575-E7A979D414CC}" type="slidenum">
              <a:rPr lang="en-GB" smtClean="0"/>
              <a:pPr/>
              <a:t>2</a:t>
            </a:fld>
            <a:endParaRPr lang="en-GB"/>
          </a:p>
        </p:txBody>
      </p:sp>
      <p:pic>
        <p:nvPicPr>
          <p:cNvPr id="6" name="Image 5" descr="Une image contenant diagramme, carte, ligne, Tracé&#10;&#10;Le contenu généré par l’IA peut être incorrect.">
            <a:extLst>
              <a:ext uri="{FF2B5EF4-FFF2-40B4-BE49-F238E27FC236}">
                <a16:creationId xmlns:a16="http://schemas.microsoft.com/office/drawing/2014/main" id="{5CB4FB2A-B17D-CEE3-EC2A-04542097831A}"/>
              </a:ext>
            </a:extLst>
          </p:cNvPr>
          <p:cNvPicPr>
            <a:picLocks noChangeAspect="1"/>
          </p:cNvPicPr>
          <p:nvPr/>
        </p:nvPicPr>
        <p:blipFill>
          <a:blip r:embed="rId2"/>
          <a:stretch>
            <a:fillRect/>
          </a:stretch>
        </p:blipFill>
        <p:spPr>
          <a:xfrm>
            <a:off x="7018628" y="2685393"/>
            <a:ext cx="4650138" cy="3515710"/>
          </a:xfrm>
          <a:prstGeom prst="rect">
            <a:avLst/>
          </a:prstGeom>
        </p:spPr>
      </p:pic>
    </p:spTree>
    <p:extLst>
      <p:ext uri="{BB962C8B-B14F-4D97-AF65-F5344CB8AC3E}">
        <p14:creationId xmlns:p14="http://schemas.microsoft.com/office/powerpoint/2010/main" val="15447590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F60E33-7197-5205-095D-C8FAAA35A6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3B7C36-A4A6-C604-A8EB-7603A81A4A78}"/>
              </a:ext>
            </a:extLst>
          </p:cNvPr>
          <p:cNvSpPr>
            <a:spLocks noGrp="1"/>
          </p:cNvSpPr>
          <p:nvPr>
            <p:ph type="title"/>
          </p:nvPr>
        </p:nvSpPr>
        <p:spPr/>
        <p:txBody>
          <a:bodyPr/>
          <a:lstStyle/>
          <a:p>
            <a:r>
              <a:rPr lang="en-US">
                <a:latin typeface="Novecento sans wide UltraLight"/>
              </a:rPr>
              <a:t>Investment Thesis</a:t>
            </a:r>
            <a:endParaRPr lang="fr-FR"/>
          </a:p>
        </p:txBody>
      </p:sp>
      <p:sp>
        <p:nvSpPr>
          <p:cNvPr id="3" name="Content Placeholder 2">
            <a:extLst>
              <a:ext uri="{FF2B5EF4-FFF2-40B4-BE49-F238E27FC236}">
                <a16:creationId xmlns:a16="http://schemas.microsoft.com/office/drawing/2014/main" id="{3D517E1A-A2E6-9A53-3FEC-7B6F76F46403}"/>
              </a:ext>
            </a:extLst>
          </p:cNvPr>
          <p:cNvSpPr>
            <a:spLocks noGrp="1"/>
          </p:cNvSpPr>
          <p:nvPr>
            <p:ph idx="1"/>
          </p:nvPr>
        </p:nvSpPr>
        <p:spPr>
          <a:xfrm>
            <a:off x="631057" y="1535650"/>
            <a:ext cx="5327016" cy="4607449"/>
          </a:xfrm>
        </p:spPr>
        <p:txBody>
          <a:bodyPr vert="horz" lIns="91440" tIns="45720" rIns="91440" bIns="45720" rtlCol="0" anchor="t">
            <a:normAutofit fontScale="92500"/>
          </a:bodyPr>
          <a:lstStyle/>
          <a:p>
            <a:r>
              <a:rPr lang="en-US" sz="1800" b="1" dirty="0"/>
              <a:t>Strategy Objective</a:t>
            </a:r>
            <a:r>
              <a:rPr lang="en-US" sz="1800" dirty="0"/>
              <a:t>:  </a:t>
            </a:r>
            <a:r>
              <a:rPr lang="en-US" sz="1800" dirty="0">
                <a:ea typeface="+mn-lt"/>
                <a:cs typeface="+mn-lt"/>
              </a:rPr>
              <a:t>Build a market-neutral relative-value strategy on the NYMEX Henry Hub forward curve, trading constant-maturity contracts M1–M12. The objective is to identify which maturities are temporarily rich or cheap, rather than forecasting the outright gas price.</a:t>
            </a:r>
            <a:endParaRPr lang="en-US" dirty="0"/>
          </a:p>
          <a:p>
            <a:endParaRPr lang="en-US" sz="1800" dirty="0"/>
          </a:p>
          <a:p>
            <a:r>
              <a:rPr lang="en-US" sz="1800" b="1" dirty="0"/>
              <a:t>Alpha Hypothesis: </a:t>
            </a:r>
            <a:r>
              <a:rPr lang="en-US" sz="1800" dirty="0"/>
              <a:t>Maturity-specific dislocations from the PCA-implied forward curve are partially predictable. </a:t>
            </a:r>
            <a:r>
              <a:rPr lang="en-US" sz="1800" dirty="0">
                <a:ea typeface="+mn-lt"/>
                <a:cs typeface="+mn-lt"/>
              </a:rPr>
              <a:t>These dislocations may become more predictable when storage constraints, weather shocks, and curve-state signals indicate stress in the natural gas market.</a:t>
            </a:r>
          </a:p>
          <a:p>
            <a:endParaRPr lang="en-US" dirty="0"/>
          </a:p>
          <a:p>
            <a:r>
              <a:rPr lang="en-US" sz="1800" b="1" dirty="0"/>
              <a:t>Core Mechanism</a:t>
            </a:r>
            <a:r>
              <a:rPr lang="en-US" sz="1800" dirty="0"/>
              <a:t>: </a:t>
            </a:r>
            <a:r>
              <a:rPr lang="en-US" sz="1800">
                <a:ea typeface="+mn-lt"/>
                <a:cs typeface="+mn-lt"/>
              </a:rPr>
              <a:t>A rolling PCA removes common curve </a:t>
            </a:r>
            <a:r>
              <a:rPr lang="en-US" sz="1800" dirty="0">
                <a:ea typeface="+mn-lt"/>
                <a:cs typeface="+mn-lt"/>
              </a:rPr>
              <a:t>factors to isolate idiosyncratic residuals. A machine learning model then forecasts 5-day cumulative residual returns using storage, weather, curve-shape, and macro features. The resulting portfolio is dollar-neutral and factor-neutral.</a:t>
            </a:r>
            <a:endParaRPr lang="en-US" dirty="0"/>
          </a:p>
          <a:p>
            <a:endParaRPr lang="en-US" sz="1800" dirty="0"/>
          </a:p>
        </p:txBody>
      </p:sp>
      <p:graphicFrame>
        <p:nvGraphicFramePr>
          <p:cNvPr id="16" name="内容占位符 15">
            <a:extLst>
              <a:ext uri="{FF2B5EF4-FFF2-40B4-BE49-F238E27FC236}">
                <a16:creationId xmlns:a16="http://schemas.microsoft.com/office/drawing/2014/main" id="{B15281A2-232D-2FC6-3929-A424E9716764}"/>
              </a:ext>
            </a:extLst>
          </p:cNvPr>
          <p:cNvGraphicFramePr>
            <a:graphicFrameLocks noGrp="1"/>
          </p:cNvGraphicFramePr>
          <p:nvPr>
            <p:ph idx="14"/>
            <p:extLst>
              <p:ext uri="{D42A27DB-BD31-4B8C-83A1-F6EECF244321}">
                <p14:modId xmlns:p14="http://schemas.microsoft.com/office/powerpoint/2010/main" val="1056728590"/>
              </p:ext>
            </p:extLst>
          </p:nvPr>
        </p:nvGraphicFramePr>
        <p:xfrm>
          <a:off x="6391275" y="1414463"/>
          <a:ext cx="5292725" cy="43354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Date Placeholder 4">
            <a:extLst>
              <a:ext uri="{FF2B5EF4-FFF2-40B4-BE49-F238E27FC236}">
                <a16:creationId xmlns:a16="http://schemas.microsoft.com/office/drawing/2014/main" id="{7E7FE187-57CE-BD31-36D4-10513FC65A6F}"/>
              </a:ext>
            </a:extLst>
          </p:cNvPr>
          <p:cNvSpPr>
            <a:spLocks noGrp="1"/>
          </p:cNvSpPr>
          <p:nvPr>
            <p:ph type="dt" sz="half" idx="15"/>
          </p:nvPr>
        </p:nvSpPr>
        <p:spPr/>
        <p:txBody>
          <a:bodyPr/>
          <a:lstStyle/>
          <a:p>
            <a:r>
              <a:rPr lang="en-US"/>
              <a:t>4/30/2026</a:t>
            </a:r>
            <a:endParaRPr lang="en-GB"/>
          </a:p>
        </p:txBody>
      </p:sp>
      <p:sp>
        <p:nvSpPr>
          <p:cNvPr id="6" name="Footer Placeholder 5">
            <a:extLst>
              <a:ext uri="{FF2B5EF4-FFF2-40B4-BE49-F238E27FC236}">
                <a16:creationId xmlns:a16="http://schemas.microsoft.com/office/drawing/2014/main" id="{A2A9AA8C-09AE-A916-994C-78742350E84C}"/>
              </a:ext>
            </a:extLst>
          </p:cNvPr>
          <p:cNvSpPr>
            <a:spLocks noGrp="1"/>
          </p:cNvSpPr>
          <p:nvPr>
            <p:ph type="ftr" sz="quarter" idx="16"/>
          </p:nvPr>
        </p:nvSpPr>
        <p:spPr>
          <a:xfrm>
            <a:off x="4196255" y="6356350"/>
            <a:ext cx="4114800" cy="365125"/>
          </a:xfrm>
        </p:spPr>
        <p:txBody>
          <a:bodyPr/>
          <a:lstStyle/>
          <a:p>
            <a:endParaRPr lang="en-GB"/>
          </a:p>
        </p:txBody>
      </p:sp>
      <p:sp>
        <p:nvSpPr>
          <p:cNvPr id="7" name="Slide Number Placeholder 6">
            <a:extLst>
              <a:ext uri="{FF2B5EF4-FFF2-40B4-BE49-F238E27FC236}">
                <a16:creationId xmlns:a16="http://schemas.microsoft.com/office/drawing/2014/main" id="{811C95F4-2BF7-82B8-7C4B-CAD41DDB93A7}"/>
              </a:ext>
            </a:extLst>
          </p:cNvPr>
          <p:cNvSpPr>
            <a:spLocks noGrp="1"/>
          </p:cNvSpPr>
          <p:nvPr>
            <p:ph type="sldNum" sz="quarter" idx="17"/>
          </p:nvPr>
        </p:nvSpPr>
        <p:spPr/>
        <p:txBody>
          <a:bodyPr/>
          <a:lstStyle/>
          <a:p>
            <a:fld id="{225705C9-C93A-4611-A575-E7A979D414CC}" type="slidenum">
              <a:rPr lang="en-GB" smtClean="0"/>
              <a:pPr/>
              <a:t>3</a:t>
            </a:fld>
            <a:endParaRPr lang="en-GB"/>
          </a:p>
        </p:txBody>
      </p:sp>
      <p:sp>
        <p:nvSpPr>
          <p:cNvPr id="8" name="Text Placeholder 7">
            <a:extLst>
              <a:ext uri="{FF2B5EF4-FFF2-40B4-BE49-F238E27FC236}">
                <a16:creationId xmlns:a16="http://schemas.microsoft.com/office/drawing/2014/main" id="{8D128C2F-2805-7508-1A47-C57FA68A20CC}"/>
              </a:ext>
            </a:extLst>
          </p:cNvPr>
          <p:cNvSpPr>
            <a:spLocks noGrp="1"/>
          </p:cNvSpPr>
          <p:nvPr>
            <p:ph type="body" sz="quarter" idx="20"/>
          </p:nvPr>
        </p:nvSpPr>
        <p:spPr/>
        <p:txBody>
          <a:bodyPr vert="horz" lIns="91440" tIns="45720" rIns="91440" bIns="45720" rtlCol="0" anchor="t">
            <a:noAutofit/>
          </a:bodyPr>
          <a:lstStyle/>
          <a:p>
            <a:r>
              <a:rPr lang="en-US" b="1">
                <a:ea typeface="+mn-lt"/>
                <a:cs typeface="+mn-lt"/>
              </a:rPr>
              <a:t>Statistical relative value on the Henry Hub futures curve</a:t>
            </a:r>
            <a:endParaRPr lang="fr-FR"/>
          </a:p>
          <a:p>
            <a:endParaRPr lang="en-US" dirty="0"/>
          </a:p>
        </p:txBody>
      </p:sp>
      <mc:AlternateContent xmlns:mc="http://schemas.openxmlformats.org/markup-compatibility/2006" xmlns:p14="http://schemas.microsoft.com/office/powerpoint/2010/main">
        <mc:Choice Requires="p14">
          <p:contentPart p14:bwMode="auto" r:id="rId7">
            <p14:nvContentPartPr>
              <p14:cNvPr id="77" name="Encre 76">
                <a:extLst>
                  <a:ext uri="{FF2B5EF4-FFF2-40B4-BE49-F238E27FC236}">
                    <a16:creationId xmlns:a16="http://schemas.microsoft.com/office/drawing/2014/main" id="{62B0BDB4-0D0B-4C5E-4DD8-F02968E56CB5}"/>
                  </a:ext>
                </a:extLst>
              </p14:cNvPr>
              <p14:cNvContentPartPr/>
              <p14:nvPr/>
            </p14:nvContentPartPr>
            <p14:xfrm>
              <a:off x="373341" y="6562564"/>
              <a:ext cx="823369" cy="11373"/>
            </p14:xfrm>
          </p:contentPart>
        </mc:Choice>
        <mc:Fallback xmlns="">
          <p:pic>
            <p:nvPicPr>
              <p:cNvPr id="77" name="Encre 76">
                <a:extLst>
                  <a:ext uri="{FF2B5EF4-FFF2-40B4-BE49-F238E27FC236}">
                    <a16:creationId xmlns:a16="http://schemas.microsoft.com/office/drawing/2014/main" id="{62B0BDB4-0D0B-4C5E-4DD8-F02968E56CB5}"/>
                  </a:ext>
                </a:extLst>
              </p:cNvPr>
              <p:cNvPicPr/>
              <p:nvPr/>
            </p:nvPicPr>
            <p:blipFill>
              <a:blip r:embed="rId8"/>
              <a:stretch>
                <a:fillRect/>
              </a:stretch>
            </p:blipFill>
            <p:spPr>
              <a:xfrm>
                <a:off x="355708" y="6005287"/>
                <a:ext cx="858996" cy="11373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78" name="Encre 77">
                <a:extLst>
                  <a:ext uri="{FF2B5EF4-FFF2-40B4-BE49-F238E27FC236}">
                    <a16:creationId xmlns:a16="http://schemas.microsoft.com/office/drawing/2014/main" id="{2BEA804A-C92C-0B14-488A-3DA9B944764D}"/>
                  </a:ext>
                </a:extLst>
              </p14:cNvPr>
              <p14:cNvContentPartPr/>
              <p14:nvPr/>
            </p14:nvContentPartPr>
            <p14:xfrm>
              <a:off x="117150" y="6579905"/>
              <a:ext cx="1210929" cy="11373"/>
            </p14:xfrm>
          </p:contentPart>
        </mc:Choice>
        <mc:Fallback xmlns="">
          <p:pic>
            <p:nvPicPr>
              <p:cNvPr id="78" name="Encre 77">
                <a:extLst>
                  <a:ext uri="{FF2B5EF4-FFF2-40B4-BE49-F238E27FC236}">
                    <a16:creationId xmlns:a16="http://schemas.microsoft.com/office/drawing/2014/main" id="{2BEA804A-C92C-0B14-488A-3DA9B944764D}"/>
                  </a:ext>
                </a:extLst>
              </p:cNvPr>
              <p:cNvPicPr/>
              <p:nvPr/>
            </p:nvPicPr>
            <p:blipFill>
              <a:blip r:embed="rId10"/>
              <a:stretch>
                <a:fillRect/>
              </a:stretch>
            </p:blipFill>
            <p:spPr>
              <a:xfrm>
                <a:off x="99517" y="6517985"/>
                <a:ext cx="1246555" cy="136476"/>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80" name="Encre 79">
                <a:extLst>
                  <a:ext uri="{FF2B5EF4-FFF2-40B4-BE49-F238E27FC236}">
                    <a16:creationId xmlns:a16="http://schemas.microsoft.com/office/drawing/2014/main" id="{E65D2227-8014-7C1A-4B34-241CFF11DC21}"/>
                  </a:ext>
                </a:extLst>
              </p14:cNvPr>
              <p14:cNvContentPartPr/>
              <p14:nvPr/>
            </p14:nvContentPartPr>
            <p14:xfrm>
              <a:off x="347113" y="6532354"/>
              <a:ext cx="858438" cy="11373"/>
            </p14:xfrm>
          </p:contentPart>
        </mc:Choice>
        <mc:Fallback xmlns="">
          <p:pic>
            <p:nvPicPr>
              <p:cNvPr id="80" name="Encre 79">
                <a:extLst>
                  <a:ext uri="{FF2B5EF4-FFF2-40B4-BE49-F238E27FC236}">
                    <a16:creationId xmlns:a16="http://schemas.microsoft.com/office/drawing/2014/main" id="{E65D2227-8014-7C1A-4B34-241CFF11DC21}"/>
                  </a:ext>
                </a:extLst>
              </p:cNvPr>
              <p:cNvPicPr/>
              <p:nvPr/>
            </p:nvPicPr>
            <p:blipFill>
              <a:blip r:embed="rId12"/>
              <a:stretch>
                <a:fillRect/>
              </a:stretch>
            </p:blipFill>
            <p:spPr>
              <a:xfrm>
                <a:off x="329484" y="5963704"/>
                <a:ext cx="894056" cy="11373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81" name="Encre 80">
                <a:extLst>
                  <a:ext uri="{FF2B5EF4-FFF2-40B4-BE49-F238E27FC236}">
                    <a16:creationId xmlns:a16="http://schemas.microsoft.com/office/drawing/2014/main" id="{BD510D7C-77BB-9E8A-A066-52E975F5A1DF}"/>
                  </a:ext>
                </a:extLst>
              </p14:cNvPr>
              <p14:cNvContentPartPr/>
              <p14:nvPr/>
            </p14:nvContentPartPr>
            <p14:xfrm>
              <a:off x="352247" y="6473921"/>
              <a:ext cx="1194283" cy="174733"/>
            </p14:xfrm>
          </p:contentPart>
        </mc:Choice>
        <mc:Fallback xmlns="">
          <p:pic>
            <p:nvPicPr>
              <p:cNvPr id="81" name="Encre 80">
                <a:extLst>
                  <a:ext uri="{FF2B5EF4-FFF2-40B4-BE49-F238E27FC236}">
                    <a16:creationId xmlns:a16="http://schemas.microsoft.com/office/drawing/2014/main" id="{BD510D7C-77BB-9E8A-A066-52E975F5A1DF}"/>
                  </a:ext>
                </a:extLst>
              </p:cNvPr>
              <p:cNvPicPr/>
              <p:nvPr/>
            </p:nvPicPr>
            <p:blipFill>
              <a:blip r:embed="rId14"/>
              <a:stretch>
                <a:fillRect/>
              </a:stretch>
            </p:blipFill>
            <p:spPr>
              <a:xfrm>
                <a:off x="334610" y="6455944"/>
                <a:ext cx="1229917" cy="210327"/>
              </a:xfrm>
              <a:prstGeom prst="rect">
                <a:avLst/>
              </a:prstGeom>
            </p:spPr>
          </p:pic>
        </mc:Fallback>
      </mc:AlternateContent>
    </p:spTree>
    <p:extLst>
      <p:ext uri="{BB962C8B-B14F-4D97-AF65-F5344CB8AC3E}">
        <p14:creationId xmlns:p14="http://schemas.microsoft.com/office/powerpoint/2010/main" val="23074726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4D0DE2-F61B-EB4C-9E60-3821E18DF85E}"/>
              </a:ext>
            </a:extLst>
          </p:cNvPr>
          <p:cNvSpPr>
            <a:spLocks noGrp="1"/>
          </p:cNvSpPr>
          <p:nvPr>
            <p:ph type="title"/>
          </p:nvPr>
        </p:nvSpPr>
        <p:spPr/>
        <p:txBody>
          <a:bodyPr/>
          <a:lstStyle/>
          <a:p>
            <a:r>
              <a:rPr lang="en-US"/>
              <a:t>Data Universe</a:t>
            </a:r>
          </a:p>
        </p:txBody>
      </p:sp>
      <p:sp>
        <p:nvSpPr>
          <p:cNvPr id="3" name="Content Placeholder 2">
            <a:extLst>
              <a:ext uri="{FF2B5EF4-FFF2-40B4-BE49-F238E27FC236}">
                <a16:creationId xmlns:a16="http://schemas.microsoft.com/office/drawing/2014/main" id="{C722DCBE-1828-844A-8E18-38839289CF41}"/>
              </a:ext>
            </a:extLst>
          </p:cNvPr>
          <p:cNvSpPr>
            <a:spLocks noGrp="1"/>
          </p:cNvSpPr>
          <p:nvPr>
            <p:ph idx="1"/>
          </p:nvPr>
        </p:nvSpPr>
        <p:spPr>
          <a:xfrm>
            <a:off x="646822" y="1831341"/>
            <a:ext cx="5381293" cy="1862583"/>
          </a:xfrm>
        </p:spPr>
        <p:txBody>
          <a:bodyPr vert="horz" lIns="91440" tIns="45720" rIns="91440" bIns="45720" rtlCol="0" anchor="t">
            <a:normAutofit/>
          </a:bodyPr>
          <a:lstStyle/>
          <a:p>
            <a:r>
              <a:rPr lang="en-US" sz="1800" b="1"/>
              <a:t>NYMEX Henry Hub constant-maturity </a:t>
            </a:r>
            <a:r>
              <a:rPr lang="en-US" sz="1800" b="1">
                <a:ea typeface="+mn-lt"/>
                <a:cs typeface="+mn-lt"/>
              </a:rPr>
              <a:t>futures, daily settlements, 2010–2026 (LSEG).</a:t>
            </a:r>
            <a:endParaRPr lang="en-US"/>
          </a:p>
          <a:p>
            <a:r>
              <a:rPr lang="en-US" sz="1800"/>
              <a:t>Estimation Universe: M1-M12</a:t>
            </a:r>
          </a:p>
          <a:p>
            <a:r>
              <a:rPr lang="en-US" sz="1800">
                <a:ea typeface="+mn-lt"/>
                <a:cs typeface="+mn-lt"/>
              </a:rPr>
              <a:t>Log-returns are roll-adjusted to remove mechanical month-end continuation bias.</a:t>
            </a:r>
            <a:endParaRPr lang="en-US"/>
          </a:p>
        </p:txBody>
      </p:sp>
      <p:sp>
        <p:nvSpPr>
          <p:cNvPr id="4" name="Content Placeholder 3">
            <a:extLst>
              <a:ext uri="{FF2B5EF4-FFF2-40B4-BE49-F238E27FC236}">
                <a16:creationId xmlns:a16="http://schemas.microsoft.com/office/drawing/2014/main" id="{13F3D506-7D7F-F742-B1FD-D4F625A26DB9}"/>
              </a:ext>
            </a:extLst>
          </p:cNvPr>
          <p:cNvSpPr>
            <a:spLocks noGrp="1"/>
          </p:cNvSpPr>
          <p:nvPr>
            <p:ph idx="13"/>
          </p:nvPr>
        </p:nvSpPr>
        <p:spPr>
          <a:xfrm>
            <a:off x="646822" y="4529097"/>
            <a:ext cx="5349762" cy="1651000"/>
          </a:xfrm>
        </p:spPr>
        <p:txBody>
          <a:bodyPr vert="horz" lIns="91440" tIns="45720" rIns="91440" bIns="45720" rtlCol="0" anchor="t">
            <a:normAutofit fontScale="92500"/>
          </a:bodyPr>
          <a:lstStyle/>
          <a:p>
            <a:r>
              <a:rPr lang="en-US" sz="1800" b="1">
                <a:ea typeface="+mn-lt"/>
                <a:cs typeface="+mn-lt"/>
              </a:rPr>
              <a:t>NOAA/CPC daily population-weighted CONUS temperature.</a:t>
            </a:r>
            <a:endParaRPr lang="fr-FR" b="1">
              <a:ea typeface="+mn-lt"/>
              <a:cs typeface="+mn-lt"/>
            </a:endParaRPr>
          </a:p>
          <a:p>
            <a:r>
              <a:rPr lang="en-US" sz="1800">
                <a:ea typeface="+mn-lt"/>
                <a:cs typeface="+mn-lt"/>
              </a:rPr>
              <a:t>HDD and CDD proxy weather-driven gas demand:</a:t>
            </a:r>
            <a:endParaRPr lang="en-US"/>
          </a:p>
          <a:p>
            <a:r>
              <a:rPr lang="en-US" sz="1800" b="1"/>
              <a:t>HDD</a:t>
            </a:r>
            <a:r>
              <a:rPr lang="en-US" sz="1800"/>
              <a:t> = max(65°F − T, 0)           </a:t>
            </a:r>
            <a:r>
              <a:rPr lang="en-US" sz="1800" b="1"/>
              <a:t>  CDD</a:t>
            </a:r>
            <a:r>
              <a:rPr lang="en-US" sz="1800"/>
              <a:t> = max(T − 65°F, 0)</a:t>
            </a:r>
            <a:endParaRPr lang="en-US"/>
          </a:p>
          <a:p>
            <a:r>
              <a:rPr lang="en-US" sz="1800"/>
              <a:t>Heating</a:t>
            </a:r>
            <a:r>
              <a:rPr lang="en-US" sz="1800">
                <a:ea typeface="+mn-lt"/>
                <a:cs typeface="+mn-lt"/>
              </a:rPr>
              <a:t> demand dominates winter risk; cooling demand captures summer power burn pressure.</a:t>
            </a:r>
            <a:endParaRPr lang="en-US"/>
          </a:p>
          <a:p>
            <a:endParaRPr lang="en-US" sz="1800"/>
          </a:p>
        </p:txBody>
      </p:sp>
      <p:sp>
        <p:nvSpPr>
          <p:cNvPr id="5" name="Content Placeholder 4">
            <a:extLst>
              <a:ext uri="{FF2B5EF4-FFF2-40B4-BE49-F238E27FC236}">
                <a16:creationId xmlns:a16="http://schemas.microsoft.com/office/drawing/2014/main" id="{C6DD4E8C-6380-E244-99CB-79E08C95B3E2}"/>
              </a:ext>
            </a:extLst>
          </p:cNvPr>
          <p:cNvSpPr>
            <a:spLocks noGrp="1"/>
          </p:cNvSpPr>
          <p:nvPr>
            <p:ph idx="14"/>
          </p:nvPr>
        </p:nvSpPr>
        <p:spPr/>
        <p:txBody>
          <a:bodyPr vert="horz" lIns="91440" tIns="45720" rIns="91440" bIns="45720" rtlCol="0" anchor="t">
            <a:normAutofit/>
          </a:bodyPr>
          <a:lstStyle/>
          <a:p>
            <a:r>
              <a:rPr lang="en-US" sz="1800" b="1">
                <a:ea typeface="+mn-lt"/>
                <a:cs typeface="+mn-lt"/>
              </a:rPr>
              <a:t>U.S. underground working gas in storage, reported weekly by the EIA.</a:t>
            </a:r>
            <a:endParaRPr lang="fr-FR" b="1">
              <a:ea typeface="+mn-lt"/>
              <a:cs typeface="+mn-lt"/>
            </a:endParaRPr>
          </a:p>
          <a:p>
            <a:endParaRPr lang="en-US" sz="1800" b="1"/>
          </a:p>
          <a:p>
            <a:r>
              <a:rPr lang="en-US" sz="1800"/>
              <a:t>Captures the </a:t>
            </a:r>
            <a:r>
              <a:rPr lang="en-US" sz="1800" b="1"/>
              <a:t>supply buffer</a:t>
            </a:r>
            <a:r>
              <a:rPr lang="en-US" sz="1800"/>
              <a:t> </a:t>
            </a:r>
            <a:r>
              <a:rPr lang="en-US" sz="1800">
                <a:ea typeface="+mn-lt"/>
                <a:cs typeface="+mn-lt"/>
              </a:rPr>
              <a:t>of the gas market and the inventory-driven </a:t>
            </a:r>
            <a:r>
              <a:rPr lang="en-US" sz="1800" b="1">
                <a:ea typeface="+mn-lt"/>
                <a:cs typeface="+mn-lt"/>
              </a:rPr>
              <a:t>convexity </a:t>
            </a:r>
            <a:r>
              <a:rPr lang="en-US" sz="1800">
                <a:ea typeface="+mn-lt"/>
                <a:cs typeface="+mn-lt"/>
              </a:rPr>
              <a:t>of the futures curve.</a:t>
            </a:r>
            <a:endParaRPr lang="en-US"/>
          </a:p>
          <a:p>
            <a:endParaRPr lang="en-US" sz="1800"/>
          </a:p>
        </p:txBody>
      </p:sp>
      <p:sp>
        <p:nvSpPr>
          <p:cNvPr id="6" name="Content Placeholder 5">
            <a:extLst>
              <a:ext uri="{FF2B5EF4-FFF2-40B4-BE49-F238E27FC236}">
                <a16:creationId xmlns:a16="http://schemas.microsoft.com/office/drawing/2014/main" id="{2E158701-9723-B045-AE1F-ED2B9FF8E0D6}"/>
              </a:ext>
            </a:extLst>
          </p:cNvPr>
          <p:cNvSpPr>
            <a:spLocks noGrp="1"/>
          </p:cNvSpPr>
          <p:nvPr>
            <p:ph idx="15"/>
          </p:nvPr>
        </p:nvSpPr>
        <p:spPr>
          <a:xfrm>
            <a:off x="6473205" y="4529097"/>
            <a:ext cx="5292436" cy="1651000"/>
          </a:xfrm>
        </p:spPr>
        <p:txBody>
          <a:bodyPr vert="horz" lIns="91440" tIns="45720" rIns="91440" bIns="45720" rtlCol="0" anchor="t">
            <a:normAutofit/>
          </a:bodyPr>
          <a:lstStyle/>
          <a:p>
            <a:r>
              <a:rPr lang="en-US" sz="1800" b="1">
                <a:ea typeface="+mn-lt"/>
                <a:cs typeface="+mn-lt"/>
              </a:rPr>
              <a:t>Daily FRED and CBOE series capturing cross-asset, funding, and risk conditions.</a:t>
            </a:r>
            <a:endParaRPr lang="fr-FR"/>
          </a:p>
          <a:p>
            <a:endParaRPr lang="en-US" sz="1800"/>
          </a:p>
          <a:p>
            <a:r>
              <a:rPr lang="en-US" sz="1800"/>
              <a:t>WTI crude, TTF, EUR/USD, 3M T-Bill, S&amp;P 500, VIX, OVX.</a:t>
            </a:r>
          </a:p>
        </p:txBody>
      </p:sp>
      <p:sp>
        <p:nvSpPr>
          <p:cNvPr id="7" name="Text Placeholder 6">
            <a:extLst>
              <a:ext uri="{FF2B5EF4-FFF2-40B4-BE49-F238E27FC236}">
                <a16:creationId xmlns:a16="http://schemas.microsoft.com/office/drawing/2014/main" id="{2A1F5FA0-0F5B-1943-9C95-1ED17A1769FF}"/>
              </a:ext>
            </a:extLst>
          </p:cNvPr>
          <p:cNvSpPr>
            <a:spLocks noGrp="1"/>
          </p:cNvSpPr>
          <p:nvPr>
            <p:ph type="body" sz="quarter" idx="16"/>
          </p:nvPr>
        </p:nvSpPr>
        <p:spPr>
          <a:xfrm>
            <a:off x="836285" y="1420381"/>
            <a:ext cx="5160300" cy="267806"/>
          </a:xfrm>
        </p:spPr>
        <p:txBody>
          <a:bodyPr/>
          <a:lstStyle/>
          <a:p>
            <a:r>
              <a:rPr lang="en-US" sz="2400" b="1"/>
              <a:t>Prices — Henry Hub Futures</a:t>
            </a:r>
          </a:p>
        </p:txBody>
      </p:sp>
      <p:sp>
        <p:nvSpPr>
          <p:cNvPr id="8" name="Text Placeholder 7">
            <a:extLst>
              <a:ext uri="{FF2B5EF4-FFF2-40B4-BE49-F238E27FC236}">
                <a16:creationId xmlns:a16="http://schemas.microsoft.com/office/drawing/2014/main" id="{2F1EA424-2AAE-5D49-B846-6BDB6D4376AE}"/>
              </a:ext>
            </a:extLst>
          </p:cNvPr>
          <p:cNvSpPr>
            <a:spLocks noGrp="1"/>
          </p:cNvSpPr>
          <p:nvPr>
            <p:ph type="body" sz="quarter" idx="17"/>
          </p:nvPr>
        </p:nvSpPr>
        <p:spPr>
          <a:xfrm>
            <a:off x="836284" y="3888365"/>
            <a:ext cx="5160300" cy="267806"/>
          </a:xfrm>
        </p:spPr>
        <p:txBody>
          <a:bodyPr/>
          <a:lstStyle/>
          <a:p>
            <a:r>
              <a:rPr lang="en-US" sz="2400" b="1"/>
              <a:t>Weather — HDD / CDD</a:t>
            </a:r>
          </a:p>
        </p:txBody>
      </p:sp>
      <p:sp>
        <p:nvSpPr>
          <p:cNvPr id="9" name="Text Placeholder 8">
            <a:extLst>
              <a:ext uri="{FF2B5EF4-FFF2-40B4-BE49-F238E27FC236}">
                <a16:creationId xmlns:a16="http://schemas.microsoft.com/office/drawing/2014/main" id="{D98E1AAF-2D40-CA4C-9922-64D94FC4C107}"/>
              </a:ext>
            </a:extLst>
          </p:cNvPr>
          <p:cNvSpPr>
            <a:spLocks noGrp="1"/>
          </p:cNvSpPr>
          <p:nvPr>
            <p:ph type="body" sz="quarter" idx="18"/>
          </p:nvPr>
        </p:nvSpPr>
        <p:spPr>
          <a:xfrm>
            <a:off x="6576616" y="3888365"/>
            <a:ext cx="5452443" cy="267806"/>
          </a:xfrm>
        </p:spPr>
        <p:txBody>
          <a:bodyPr/>
          <a:lstStyle/>
          <a:p>
            <a:r>
              <a:rPr lang="en-US" sz="2400" b="1"/>
              <a:t>Macro Controls</a:t>
            </a:r>
          </a:p>
        </p:txBody>
      </p:sp>
      <p:sp>
        <p:nvSpPr>
          <p:cNvPr id="10" name="Text Placeholder 9">
            <a:extLst>
              <a:ext uri="{FF2B5EF4-FFF2-40B4-BE49-F238E27FC236}">
                <a16:creationId xmlns:a16="http://schemas.microsoft.com/office/drawing/2014/main" id="{6C7004B6-EBDC-7244-A6E4-C9064698A894}"/>
              </a:ext>
            </a:extLst>
          </p:cNvPr>
          <p:cNvSpPr>
            <a:spLocks noGrp="1"/>
          </p:cNvSpPr>
          <p:nvPr>
            <p:ph type="body" sz="quarter" idx="19"/>
          </p:nvPr>
        </p:nvSpPr>
        <p:spPr>
          <a:xfrm>
            <a:off x="6576616" y="1420381"/>
            <a:ext cx="5085614" cy="267806"/>
          </a:xfrm>
        </p:spPr>
        <p:txBody>
          <a:bodyPr/>
          <a:lstStyle/>
          <a:p>
            <a:r>
              <a:rPr lang="en-US" sz="2400" b="1"/>
              <a:t>Storage — EIA Weekly</a:t>
            </a:r>
          </a:p>
        </p:txBody>
      </p:sp>
      <p:sp>
        <p:nvSpPr>
          <p:cNvPr id="11" name="Text Placeholder 10">
            <a:extLst>
              <a:ext uri="{FF2B5EF4-FFF2-40B4-BE49-F238E27FC236}">
                <a16:creationId xmlns:a16="http://schemas.microsoft.com/office/drawing/2014/main" id="{94E34B53-B7EA-F34A-8E3E-F40621EA2755}"/>
              </a:ext>
            </a:extLst>
          </p:cNvPr>
          <p:cNvSpPr>
            <a:spLocks noGrp="1"/>
          </p:cNvSpPr>
          <p:nvPr>
            <p:ph type="body" sz="quarter" idx="20"/>
          </p:nvPr>
        </p:nvSpPr>
        <p:spPr/>
        <p:txBody>
          <a:bodyPr/>
          <a:lstStyle/>
          <a:p>
            <a:endParaRPr lang="en-US"/>
          </a:p>
        </p:txBody>
      </p:sp>
      <p:sp>
        <p:nvSpPr>
          <p:cNvPr id="12" name="Date Placeholder 11">
            <a:extLst>
              <a:ext uri="{FF2B5EF4-FFF2-40B4-BE49-F238E27FC236}">
                <a16:creationId xmlns:a16="http://schemas.microsoft.com/office/drawing/2014/main" id="{DAC146C1-D6F8-FD42-9228-FBCFA5EE8B76}"/>
              </a:ext>
            </a:extLst>
          </p:cNvPr>
          <p:cNvSpPr>
            <a:spLocks noGrp="1"/>
          </p:cNvSpPr>
          <p:nvPr>
            <p:ph type="dt" sz="half" idx="21"/>
          </p:nvPr>
        </p:nvSpPr>
        <p:spPr/>
        <p:txBody>
          <a:bodyPr/>
          <a:lstStyle/>
          <a:p>
            <a:fld id="{5D77077C-FEF9-4A07-92A0-31EDE9512421}" type="datetime1">
              <a:rPr lang="en-US" smtClean="0"/>
              <a:pPr/>
              <a:t>5/7/2026</a:t>
            </a:fld>
            <a:endParaRPr lang="en-GB"/>
          </a:p>
        </p:txBody>
      </p:sp>
      <p:sp>
        <p:nvSpPr>
          <p:cNvPr id="13" name="Footer Placeholder 12">
            <a:extLst>
              <a:ext uri="{FF2B5EF4-FFF2-40B4-BE49-F238E27FC236}">
                <a16:creationId xmlns:a16="http://schemas.microsoft.com/office/drawing/2014/main" id="{FB2B8C2E-2FAC-1F45-A21B-A45568ABACC8}"/>
              </a:ext>
            </a:extLst>
          </p:cNvPr>
          <p:cNvSpPr>
            <a:spLocks noGrp="1"/>
          </p:cNvSpPr>
          <p:nvPr>
            <p:ph type="ftr" sz="quarter" idx="22"/>
          </p:nvPr>
        </p:nvSpPr>
        <p:spPr>
          <a:xfrm>
            <a:off x="1906625" y="6414158"/>
            <a:ext cx="8401241" cy="307318"/>
          </a:xfrm>
        </p:spPr>
        <p:txBody>
          <a:bodyPr/>
          <a:lstStyle/>
          <a:p>
            <a:pPr algn="ctr"/>
            <a:r>
              <a:rPr lang="en-US">
                <a:solidFill>
                  <a:schemeClr val="accent3"/>
                </a:solidFill>
              </a:rPr>
              <a:t>Sources: LSEG (NYMEX HH futures), EIA (weekly storage), NOAA/CPC (HDD/CDD CONUS), FRED &amp; CBOE (macro).</a:t>
            </a:r>
          </a:p>
        </p:txBody>
      </p:sp>
      <p:sp>
        <p:nvSpPr>
          <p:cNvPr id="14" name="Slide Number Placeholder 13">
            <a:extLst>
              <a:ext uri="{FF2B5EF4-FFF2-40B4-BE49-F238E27FC236}">
                <a16:creationId xmlns:a16="http://schemas.microsoft.com/office/drawing/2014/main" id="{D461F7C9-F038-6341-83AC-4E9FBCAC90C7}"/>
              </a:ext>
            </a:extLst>
          </p:cNvPr>
          <p:cNvSpPr>
            <a:spLocks noGrp="1"/>
          </p:cNvSpPr>
          <p:nvPr>
            <p:ph type="sldNum" sz="quarter" idx="23"/>
          </p:nvPr>
        </p:nvSpPr>
        <p:spPr/>
        <p:txBody>
          <a:bodyPr/>
          <a:lstStyle/>
          <a:p>
            <a:fld id="{225705C9-C93A-4611-A575-E7A979D414CC}" type="slidenum">
              <a:rPr lang="en-GB" smtClean="0"/>
              <a:pPr/>
              <a:t>4</a:t>
            </a:fld>
            <a:endParaRPr lang="en-GB"/>
          </a:p>
        </p:txBody>
      </p:sp>
    </p:spTree>
    <p:extLst>
      <p:ext uri="{BB962C8B-B14F-4D97-AF65-F5344CB8AC3E}">
        <p14:creationId xmlns:p14="http://schemas.microsoft.com/office/powerpoint/2010/main" val="23808681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03B0F-3640-1232-2507-7FF104095BBF}"/>
              </a:ext>
            </a:extLst>
          </p:cNvPr>
          <p:cNvSpPr>
            <a:spLocks noGrp="1"/>
          </p:cNvSpPr>
          <p:nvPr>
            <p:ph type="title"/>
          </p:nvPr>
        </p:nvSpPr>
        <p:spPr>
          <a:xfrm>
            <a:off x="529771" y="309946"/>
            <a:ext cx="11154229" cy="794071"/>
          </a:xfrm>
        </p:spPr>
        <p:txBody>
          <a:bodyPr/>
          <a:lstStyle/>
          <a:p>
            <a:r>
              <a:rPr lang="en-US" b="1"/>
              <a:t>Factor Framework: Overview</a:t>
            </a:r>
            <a:endParaRPr lang="fr-FR" b="1"/>
          </a:p>
          <a:p>
            <a:endParaRPr lang="en-US" altLang="zh-CN">
              <a:latin typeface="Novecento sans wide UltraLight"/>
            </a:endParaRPr>
          </a:p>
        </p:txBody>
      </p:sp>
      <p:sp>
        <p:nvSpPr>
          <p:cNvPr id="3" name="Content Placeholder 2">
            <a:extLst>
              <a:ext uri="{FF2B5EF4-FFF2-40B4-BE49-F238E27FC236}">
                <a16:creationId xmlns:a16="http://schemas.microsoft.com/office/drawing/2014/main" id="{85D6B816-9A6D-205B-99BC-1F44E231930F}"/>
              </a:ext>
            </a:extLst>
          </p:cNvPr>
          <p:cNvSpPr>
            <a:spLocks noGrp="1"/>
          </p:cNvSpPr>
          <p:nvPr>
            <p:ph idx="1"/>
          </p:nvPr>
        </p:nvSpPr>
        <p:spPr>
          <a:xfrm>
            <a:off x="529770" y="1669564"/>
            <a:ext cx="5349762" cy="3556000"/>
          </a:xfrm>
        </p:spPr>
        <p:txBody>
          <a:bodyPr vert="horz" lIns="91440" tIns="45720" rIns="91440" bIns="45720" rtlCol="0" anchor="t">
            <a:normAutofit/>
          </a:bodyPr>
          <a:lstStyle/>
          <a:p>
            <a:r>
              <a:rPr lang="en-US" sz="2000"/>
              <a:t>Objective</a:t>
            </a:r>
            <a:r>
              <a:rPr lang="en-US" sz="2000">
                <a:ea typeface="+mn-lt"/>
                <a:cs typeface="+mn-lt"/>
              </a:rPr>
              <a:t>:  </a:t>
            </a:r>
          </a:p>
          <a:p>
            <a:pPr marL="342900" indent="-342900">
              <a:buFont typeface="Calibri" panose="020B0604020202020204" pitchFamily="34" charset="0"/>
              <a:buChar char="-"/>
            </a:pPr>
            <a:r>
              <a:rPr lang="en-US" sz="2000">
                <a:ea typeface="+mn-lt"/>
                <a:cs typeface="+mn-lt"/>
              </a:rPr>
              <a:t>Separate systematic curve moves from relative-value dislocations. </a:t>
            </a:r>
            <a:endParaRPr lang="en-US" sz="2000"/>
          </a:p>
          <a:p>
            <a:pPr marL="342900" indent="-342900">
              <a:buFont typeface="Calibri" panose="020B0604020202020204" pitchFamily="34" charset="0"/>
              <a:buChar char="-"/>
            </a:pPr>
            <a:r>
              <a:rPr lang="en-US" sz="2000"/>
              <a:t>A residual        for each maturity, used as the tradable signal.</a:t>
            </a:r>
          </a:p>
          <a:p>
            <a:pPr marL="342900" indent="-342900">
              <a:buFont typeface="Calibri" panose="020B0604020202020204" pitchFamily="34" charset="0"/>
              <a:buChar char="-"/>
            </a:pPr>
            <a:endParaRPr lang="en-US" sz="2000"/>
          </a:p>
          <a:p>
            <a:endParaRPr lang="en-US" sz="1600"/>
          </a:p>
        </p:txBody>
      </p:sp>
      <p:sp>
        <p:nvSpPr>
          <p:cNvPr id="4" name="Content Placeholder 3">
            <a:extLst>
              <a:ext uri="{FF2B5EF4-FFF2-40B4-BE49-F238E27FC236}">
                <a16:creationId xmlns:a16="http://schemas.microsoft.com/office/drawing/2014/main" id="{EDF43838-E422-B394-F962-DB0F9F866DCA}"/>
              </a:ext>
            </a:extLst>
          </p:cNvPr>
          <p:cNvSpPr>
            <a:spLocks noGrp="1"/>
          </p:cNvSpPr>
          <p:nvPr>
            <p:ph idx="14"/>
          </p:nvPr>
        </p:nvSpPr>
        <p:spPr>
          <a:xfrm>
            <a:off x="6899564" y="1669564"/>
            <a:ext cx="5292436" cy="3556000"/>
          </a:xfrm>
        </p:spPr>
        <p:txBody>
          <a:bodyPr vert="horz" lIns="91440" tIns="45720" rIns="91440" bIns="45720" rtlCol="0" anchor="t">
            <a:normAutofit/>
          </a:bodyPr>
          <a:lstStyle/>
          <a:p>
            <a:r>
              <a:rPr lang="en-US" sz="2000">
                <a:ea typeface="+mn-lt"/>
                <a:cs typeface="+mn-lt"/>
              </a:rPr>
              <a:t>Three interpretable latent factors:</a:t>
            </a:r>
            <a:endParaRPr lang="en-US">
              <a:ea typeface="+mn-lt"/>
              <a:cs typeface="+mn-lt"/>
            </a:endParaRPr>
          </a:p>
          <a:p>
            <a:pPr marL="285750" indent="-285750">
              <a:buFont typeface="Calibri"/>
              <a:buChar char="-"/>
            </a:pPr>
            <a:r>
              <a:rPr lang="en-US" sz="2000"/>
              <a:t>Level — parallel movement of the curve</a:t>
            </a:r>
          </a:p>
          <a:p>
            <a:pPr marL="285750" indent="-285750">
              <a:buFont typeface="Calibri"/>
              <a:buChar char="-"/>
            </a:pPr>
            <a:r>
              <a:rPr lang="en-US" sz="2000"/>
              <a:t>Slope — front vs. back tilt</a:t>
            </a:r>
          </a:p>
          <a:p>
            <a:pPr marL="285750" indent="-285750">
              <a:buFont typeface="Calibri"/>
              <a:buChar char="-"/>
            </a:pPr>
            <a:r>
              <a:rPr lang="en-US" sz="2000"/>
              <a:t>Curvature — belly distortion</a:t>
            </a:r>
          </a:p>
        </p:txBody>
      </p:sp>
      <p:sp>
        <p:nvSpPr>
          <p:cNvPr id="5" name="Date Placeholder 4">
            <a:extLst>
              <a:ext uri="{FF2B5EF4-FFF2-40B4-BE49-F238E27FC236}">
                <a16:creationId xmlns:a16="http://schemas.microsoft.com/office/drawing/2014/main" id="{BABA89EB-92D3-3E0B-1801-772C6E600476}"/>
              </a:ext>
            </a:extLst>
          </p:cNvPr>
          <p:cNvSpPr>
            <a:spLocks noGrp="1"/>
          </p:cNvSpPr>
          <p:nvPr>
            <p:ph type="dt" sz="half" idx="15"/>
          </p:nvPr>
        </p:nvSpPr>
        <p:spPr/>
        <p:txBody>
          <a:bodyPr/>
          <a:lstStyle/>
          <a:p>
            <a:fld id="{5D77077C-FEF9-4A07-92A0-31EDE9512421}" type="datetime1">
              <a:rPr lang="en-US" smtClean="0"/>
              <a:pPr/>
              <a:t>5/7/2026</a:t>
            </a:fld>
            <a:endParaRPr lang="en-GB"/>
          </a:p>
        </p:txBody>
      </p:sp>
      <p:sp>
        <p:nvSpPr>
          <p:cNvPr id="6" name="Footer Placeholder 5">
            <a:extLst>
              <a:ext uri="{FF2B5EF4-FFF2-40B4-BE49-F238E27FC236}">
                <a16:creationId xmlns:a16="http://schemas.microsoft.com/office/drawing/2014/main" id="{1A3C76AA-ED10-54BD-0FB3-2D60E12DC00D}"/>
              </a:ext>
            </a:extLst>
          </p:cNvPr>
          <p:cNvSpPr>
            <a:spLocks noGrp="1"/>
          </p:cNvSpPr>
          <p:nvPr>
            <p:ph type="ftr" sz="quarter" idx="16"/>
          </p:nvPr>
        </p:nvSpPr>
        <p:spPr>
          <a:xfrm>
            <a:off x="1983827" y="6035785"/>
            <a:ext cx="7924800" cy="323084"/>
          </a:xfrm>
        </p:spPr>
        <p:txBody>
          <a:bodyPr/>
          <a:lstStyle/>
          <a:p>
            <a:r>
              <a:rPr lang="en-GB" sz="1600" b="1">
                <a:ea typeface="+mn-lt"/>
                <a:cs typeface="+mn-lt"/>
              </a:rPr>
              <a:t>The factor model transforms raw curve moves into a cleaner cross-sectional residual signal.</a:t>
            </a:r>
            <a:endParaRPr lang="fr-FR" sz="1600">
              <a:ea typeface="+mn-lt"/>
              <a:cs typeface="+mn-lt"/>
            </a:endParaRPr>
          </a:p>
          <a:p>
            <a:endParaRPr lang="en-GB"/>
          </a:p>
        </p:txBody>
      </p:sp>
      <p:sp>
        <p:nvSpPr>
          <p:cNvPr id="7" name="Slide Number Placeholder 6">
            <a:extLst>
              <a:ext uri="{FF2B5EF4-FFF2-40B4-BE49-F238E27FC236}">
                <a16:creationId xmlns:a16="http://schemas.microsoft.com/office/drawing/2014/main" id="{C018EFE6-1275-E144-3433-C6002C1FCE8B}"/>
              </a:ext>
            </a:extLst>
          </p:cNvPr>
          <p:cNvSpPr>
            <a:spLocks noGrp="1"/>
          </p:cNvSpPr>
          <p:nvPr>
            <p:ph type="sldNum" sz="quarter" idx="17"/>
          </p:nvPr>
        </p:nvSpPr>
        <p:spPr/>
        <p:txBody>
          <a:bodyPr/>
          <a:lstStyle/>
          <a:p>
            <a:fld id="{225705C9-C93A-4611-A575-E7A979D414CC}" type="slidenum">
              <a:rPr lang="en-GB" smtClean="0"/>
              <a:pPr/>
              <a:t>5</a:t>
            </a:fld>
            <a:endParaRPr lang="en-GB"/>
          </a:p>
        </p:txBody>
      </p:sp>
      <p:sp>
        <p:nvSpPr>
          <p:cNvPr id="8" name="Text Placeholder 7">
            <a:extLst>
              <a:ext uri="{FF2B5EF4-FFF2-40B4-BE49-F238E27FC236}">
                <a16:creationId xmlns:a16="http://schemas.microsoft.com/office/drawing/2014/main" id="{1722EAA6-DE0E-6FA9-3038-2D07094B33DB}"/>
              </a:ext>
            </a:extLst>
          </p:cNvPr>
          <p:cNvSpPr>
            <a:spLocks noGrp="1"/>
          </p:cNvSpPr>
          <p:nvPr>
            <p:ph type="body" sz="quarter" idx="20"/>
          </p:nvPr>
        </p:nvSpPr>
        <p:spPr>
          <a:xfrm>
            <a:off x="565369" y="1101835"/>
            <a:ext cx="11087100" cy="381000"/>
          </a:xfrm>
        </p:spPr>
        <p:txBody>
          <a:bodyPr vert="horz" lIns="91440" tIns="45720" rIns="91440" bIns="45720" rtlCol="0" anchor="t">
            <a:noAutofit/>
          </a:bodyPr>
          <a:lstStyle/>
          <a:p>
            <a:r>
              <a:rPr lang="en-US" sz="1400" b="1">
                <a:ea typeface="+mn-lt"/>
                <a:cs typeface="+mn-lt"/>
              </a:rPr>
              <a:t>Rolling PCA isolates common curve moves and leaves maturity-specific dislocations.</a:t>
            </a:r>
            <a:endParaRPr lang="en-US" sz="1400">
              <a:latin typeface="Consolas"/>
              <a:ea typeface="+mn-lt"/>
              <a:cs typeface="+mn-lt"/>
            </a:endParaRPr>
          </a:p>
          <a:p>
            <a:pPr algn="ctr"/>
            <a:endParaRPr lang="en-US" sz="1400" b="1">
              <a:ea typeface="+mn-lt"/>
              <a:cs typeface="+mn-lt"/>
            </a:endParaRPr>
          </a:p>
          <a:p>
            <a:pPr algn="ctr">
              <a:buNone/>
            </a:pPr>
            <a:endParaRPr lang="en-US" sz="1400"/>
          </a:p>
        </p:txBody>
      </p:sp>
      <p:pic>
        <p:nvPicPr>
          <p:cNvPr id="9" name="Image 8">
            <a:extLst>
              <a:ext uri="{FF2B5EF4-FFF2-40B4-BE49-F238E27FC236}">
                <a16:creationId xmlns:a16="http://schemas.microsoft.com/office/drawing/2014/main" id="{0F439ECF-4849-AE24-5C3D-A57F061A58B3}"/>
              </a:ext>
            </a:extLst>
          </p:cNvPr>
          <p:cNvPicPr>
            <a:picLocks noChangeAspect="1"/>
          </p:cNvPicPr>
          <p:nvPr/>
        </p:nvPicPr>
        <p:blipFill>
          <a:blip r:embed="rId2"/>
          <a:stretch>
            <a:fillRect/>
          </a:stretch>
        </p:blipFill>
        <p:spPr>
          <a:xfrm>
            <a:off x="2062655" y="2685265"/>
            <a:ext cx="274584" cy="407933"/>
          </a:xfrm>
          <a:prstGeom prst="rect">
            <a:avLst/>
          </a:prstGeom>
        </p:spPr>
      </p:pic>
      <p:pic>
        <p:nvPicPr>
          <p:cNvPr id="12" name="Image 11" descr="Une image contenant texte, diagramme, Tracé, ligne&#10;&#10;Le contenu généré par l’IA peut être incorrect.">
            <a:extLst>
              <a:ext uri="{FF2B5EF4-FFF2-40B4-BE49-F238E27FC236}">
                <a16:creationId xmlns:a16="http://schemas.microsoft.com/office/drawing/2014/main" id="{3D94C5E2-D2C7-FE71-BD47-5CB0ABCB282B}"/>
              </a:ext>
            </a:extLst>
          </p:cNvPr>
          <p:cNvPicPr>
            <a:picLocks noChangeAspect="1"/>
          </p:cNvPicPr>
          <p:nvPr/>
        </p:nvPicPr>
        <p:blipFill>
          <a:blip r:embed="rId3"/>
          <a:stretch>
            <a:fillRect/>
          </a:stretch>
        </p:blipFill>
        <p:spPr>
          <a:xfrm>
            <a:off x="1844566" y="3423051"/>
            <a:ext cx="7698828" cy="2381981"/>
          </a:xfrm>
          <a:prstGeom prst="rect">
            <a:avLst/>
          </a:prstGeom>
        </p:spPr>
      </p:pic>
    </p:spTree>
    <p:extLst>
      <p:ext uri="{BB962C8B-B14F-4D97-AF65-F5344CB8AC3E}">
        <p14:creationId xmlns:p14="http://schemas.microsoft.com/office/powerpoint/2010/main" val="174142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5B4770-AA0E-A2AC-B3D7-DF3B5428CC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27BF3F-768C-33D8-E315-F6AD03E8E85E}"/>
              </a:ext>
            </a:extLst>
          </p:cNvPr>
          <p:cNvSpPr>
            <a:spLocks noGrp="1"/>
          </p:cNvSpPr>
          <p:nvPr>
            <p:ph type="title"/>
          </p:nvPr>
        </p:nvSpPr>
        <p:spPr/>
        <p:txBody>
          <a:bodyPr/>
          <a:lstStyle/>
          <a:p>
            <a:r>
              <a:rPr lang="en-US">
                <a:latin typeface="Novecento sans wide UltraLight"/>
              </a:rPr>
              <a:t>Factor Framework: Two-Stage PCA</a:t>
            </a:r>
          </a:p>
        </p:txBody>
      </p:sp>
      <p:sp>
        <p:nvSpPr>
          <p:cNvPr id="3" name="Content Placeholder 2">
            <a:extLst>
              <a:ext uri="{FF2B5EF4-FFF2-40B4-BE49-F238E27FC236}">
                <a16:creationId xmlns:a16="http://schemas.microsoft.com/office/drawing/2014/main" id="{E093BC3A-00F3-A3AA-870E-70CBD3C5A453}"/>
              </a:ext>
            </a:extLst>
          </p:cNvPr>
          <p:cNvSpPr>
            <a:spLocks noGrp="1"/>
          </p:cNvSpPr>
          <p:nvPr>
            <p:ph idx="1"/>
          </p:nvPr>
        </p:nvSpPr>
        <p:spPr>
          <a:xfrm>
            <a:off x="657332" y="1414781"/>
            <a:ext cx="5764921" cy="4828480"/>
          </a:xfrm>
        </p:spPr>
        <p:txBody>
          <a:bodyPr vert="horz" lIns="91440" tIns="45720" rIns="91440" bIns="45720" rtlCol="0" anchor="t">
            <a:normAutofit/>
          </a:bodyPr>
          <a:lstStyle/>
          <a:p>
            <a:r>
              <a:rPr lang="en-US" sz="1600" b="1"/>
              <a:t>Why two stages?</a:t>
            </a:r>
            <a:endParaRPr lang="en-US" sz="1600"/>
          </a:p>
          <a:p>
            <a:pPr>
              <a:buFont typeface="Arial" panose="020B0604020202020204" pitchFamily="34" charset="0"/>
              <a:buChar char="•"/>
            </a:pPr>
            <a:r>
              <a:rPr lang="en-US" sz="1400">
                <a:ea typeface="+mn-lt"/>
                <a:cs typeface="+mn-lt"/>
              </a:rPr>
              <a:t>1. Recent data matters more: Rolling exponential weights adapt to regime shifts.</a:t>
            </a:r>
            <a:endParaRPr lang="en-US">
              <a:ea typeface="+mn-lt"/>
              <a:cs typeface="+mn-lt"/>
            </a:endParaRPr>
          </a:p>
          <a:p>
            <a:pPr>
              <a:buFont typeface="Arial" panose="020B0604020202020204" pitchFamily="34" charset="0"/>
              <a:buChar char="•"/>
            </a:pPr>
            <a:r>
              <a:rPr lang="en-US" sz="1400">
                <a:ea typeface="+mn-lt"/>
                <a:cs typeface="+mn-lt"/>
              </a:rPr>
              <a:t>2. Maturities have different volatility:  Front contracts are much noisier than back contracts.</a:t>
            </a:r>
            <a:endParaRPr lang="en-US"/>
          </a:p>
          <a:p>
            <a:pPr>
              <a:buFont typeface="Arial" panose="020B0604020202020204" pitchFamily="34" charset="0"/>
              <a:buChar char="•"/>
            </a:pPr>
            <a:r>
              <a:rPr lang="en-US" sz="1400">
                <a:ea typeface="+mn-lt"/>
                <a:cs typeface="+mn-lt"/>
              </a:rPr>
              <a:t>3. Reweighting prevents noisy maturities from dominating PCA. The final factors capture curve structure, not volatility hot spots.</a:t>
            </a:r>
            <a:endParaRPr lang="en-US"/>
          </a:p>
          <a:p>
            <a:pPr>
              <a:buChar char="•"/>
            </a:pPr>
            <a:endParaRPr lang="en-US" sz="1400">
              <a:ea typeface="+mn-lt"/>
              <a:cs typeface="+mn-lt"/>
            </a:endParaRPr>
          </a:p>
          <a:p>
            <a:r>
              <a:rPr lang="en-US" sz="1600" b="1">
                <a:ea typeface="+mn-lt"/>
                <a:cs typeface="+mn-lt"/>
              </a:rPr>
              <a:t>Stage 1 — Estimate idiosyncratic volatility</a:t>
            </a:r>
            <a:endParaRPr lang="fr-FR" sz="1600" b="1">
              <a:ea typeface="+mn-lt"/>
              <a:cs typeface="+mn-lt"/>
            </a:endParaRPr>
          </a:p>
          <a:p>
            <a:pPr marL="285750" indent="-285750">
              <a:buFont typeface="Arial"/>
              <a:buChar char="•"/>
            </a:pPr>
            <a:r>
              <a:rPr lang="en-US" sz="1600">
                <a:ea typeface="+mn-lt"/>
                <a:cs typeface="+mn-lt"/>
              </a:rPr>
              <a:t>A fast decay weighted PCA is used to remove the first common curve components. The residual variance gives one volatility proxy per maturity.</a:t>
            </a:r>
          </a:p>
          <a:p>
            <a:endParaRPr lang="en-US" sz="1600">
              <a:ea typeface="+mn-lt"/>
              <a:cs typeface="+mn-lt"/>
            </a:endParaRPr>
          </a:p>
          <a:p>
            <a:r>
              <a:rPr lang="en-US" sz="1600" b="1">
                <a:ea typeface="+mn-lt"/>
                <a:cs typeface="+mn-lt"/>
              </a:rPr>
              <a:t>Stage 2 — Reweighted PCA/SVD</a:t>
            </a:r>
          </a:p>
          <a:p>
            <a:pPr marL="285750" indent="-285750">
              <a:buFont typeface="Arial"/>
              <a:buChar char="•"/>
            </a:pPr>
            <a:r>
              <a:rPr lang="en-US" sz="1600">
                <a:ea typeface="+mn-lt"/>
                <a:cs typeface="+mn-lt"/>
              </a:rPr>
              <a:t>Returns are scaled by inverse idiosyncratic volatility and slow time weights.</a:t>
            </a:r>
            <a:endParaRPr lang="en-US"/>
          </a:p>
          <a:p>
            <a:pPr marL="171450" indent="-171450">
              <a:buFont typeface="Arial"/>
              <a:buChar char="•"/>
            </a:pPr>
            <a:endParaRPr lang="en-US" sz="1400"/>
          </a:p>
          <a:p>
            <a:pPr marL="171450" indent="-171450">
              <a:buFont typeface="Arial"/>
              <a:buChar char="•"/>
            </a:pPr>
            <a:endParaRPr lang="en-US" sz="1400"/>
          </a:p>
          <a:p>
            <a:pPr marL="171450" indent="-171450">
              <a:buFont typeface="Arial"/>
              <a:buChar char="•"/>
            </a:pPr>
            <a:endParaRPr lang="en-US" sz="1400"/>
          </a:p>
          <a:p>
            <a:pPr marL="171450" indent="-171450">
              <a:buFont typeface="Arial"/>
              <a:buChar char="•"/>
            </a:pPr>
            <a:endParaRPr lang="en-US" sz="1400"/>
          </a:p>
        </p:txBody>
      </p:sp>
      <p:sp>
        <p:nvSpPr>
          <p:cNvPr id="5" name="Date Placeholder 4">
            <a:extLst>
              <a:ext uri="{FF2B5EF4-FFF2-40B4-BE49-F238E27FC236}">
                <a16:creationId xmlns:a16="http://schemas.microsoft.com/office/drawing/2014/main" id="{155720BD-21F8-4460-08CB-C10674C2D07C}"/>
              </a:ext>
            </a:extLst>
          </p:cNvPr>
          <p:cNvSpPr>
            <a:spLocks noGrp="1"/>
          </p:cNvSpPr>
          <p:nvPr>
            <p:ph type="dt" sz="half" idx="15"/>
          </p:nvPr>
        </p:nvSpPr>
        <p:spPr/>
        <p:txBody>
          <a:bodyPr/>
          <a:lstStyle/>
          <a:p>
            <a:fld id="{5D77077C-FEF9-4A07-92A0-31EDE9512421}" type="datetime1">
              <a:rPr lang="en-US" smtClean="0"/>
              <a:pPr/>
              <a:t>5/7/2026</a:t>
            </a:fld>
            <a:endParaRPr lang="en-GB"/>
          </a:p>
        </p:txBody>
      </p:sp>
      <p:sp>
        <p:nvSpPr>
          <p:cNvPr id="6" name="Footer Placeholder 5">
            <a:extLst>
              <a:ext uri="{FF2B5EF4-FFF2-40B4-BE49-F238E27FC236}">
                <a16:creationId xmlns:a16="http://schemas.microsoft.com/office/drawing/2014/main" id="{6974B121-A5E1-71EA-78F5-3F01939F649D}"/>
              </a:ext>
            </a:extLst>
          </p:cNvPr>
          <p:cNvSpPr>
            <a:spLocks noGrp="1"/>
          </p:cNvSpPr>
          <p:nvPr>
            <p:ph type="ftr" sz="quarter" idx="16"/>
          </p:nvPr>
        </p:nvSpPr>
        <p:spPr>
          <a:xfrm>
            <a:off x="1679028" y="6402642"/>
            <a:ext cx="8831656" cy="270533"/>
          </a:xfrm>
        </p:spPr>
        <p:txBody>
          <a:bodyPr/>
          <a:lstStyle/>
          <a:p>
            <a:r>
              <a:rPr lang="en-GB">
                <a:solidFill>
                  <a:schemeClr val="accent3"/>
                </a:solidFill>
              </a:rPr>
              <a:t>[1]: </a:t>
            </a:r>
            <a:r>
              <a:rPr lang="en-US" i="1">
                <a:solidFill>
                  <a:schemeClr val="accent3"/>
                </a:solidFill>
              </a:rPr>
              <a:t>Paleologo, The Elements of Quantitative Investing — Statistical Factor Model </a:t>
            </a:r>
          </a:p>
        </p:txBody>
      </p:sp>
      <p:sp>
        <p:nvSpPr>
          <p:cNvPr id="7" name="Slide Number Placeholder 6">
            <a:extLst>
              <a:ext uri="{FF2B5EF4-FFF2-40B4-BE49-F238E27FC236}">
                <a16:creationId xmlns:a16="http://schemas.microsoft.com/office/drawing/2014/main" id="{4BE13123-A75F-7342-3326-8AE43AA18137}"/>
              </a:ext>
            </a:extLst>
          </p:cNvPr>
          <p:cNvSpPr>
            <a:spLocks noGrp="1"/>
          </p:cNvSpPr>
          <p:nvPr>
            <p:ph type="sldNum" sz="quarter" idx="17"/>
          </p:nvPr>
        </p:nvSpPr>
        <p:spPr/>
        <p:txBody>
          <a:bodyPr/>
          <a:lstStyle/>
          <a:p>
            <a:fld id="{225705C9-C93A-4611-A575-E7A979D414CC}" type="slidenum">
              <a:rPr lang="en-GB" smtClean="0"/>
              <a:pPr/>
              <a:t>6</a:t>
            </a:fld>
            <a:endParaRPr lang="en-GB"/>
          </a:p>
        </p:txBody>
      </p:sp>
      <p:sp>
        <p:nvSpPr>
          <p:cNvPr id="8" name="Text Placeholder 7">
            <a:extLst>
              <a:ext uri="{FF2B5EF4-FFF2-40B4-BE49-F238E27FC236}">
                <a16:creationId xmlns:a16="http://schemas.microsoft.com/office/drawing/2014/main" id="{21A0376F-402D-953E-ADA0-CFA524E534D6}"/>
              </a:ext>
            </a:extLst>
          </p:cNvPr>
          <p:cNvSpPr>
            <a:spLocks noGrp="1"/>
          </p:cNvSpPr>
          <p:nvPr>
            <p:ph type="body" sz="quarter" idx="20"/>
          </p:nvPr>
        </p:nvSpPr>
        <p:spPr/>
        <p:txBody>
          <a:bodyPr vert="horz" lIns="91440" tIns="45720" rIns="91440" bIns="45720" rtlCol="0" anchor="t">
            <a:noAutofit/>
          </a:bodyPr>
          <a:lstStyle/>
          <a:p>
            <a:r>
              <a:rPr lang="en-US" sz="1400" b="1">
                <a:ea typeface="+mn-lt"/>
                <a:cs typeface="+mn-lt"/>
              </a:rPr>
              <a:t>A rolling two-stage PCA extracts stable curve factors while controlling for maturity-specific volatility.</a:t>
            </a:r>
            <a:endParaRPr lang="fr-FR">
              <a:ea typeface="+mn-lt"/>
              <a:cs typeface="+mn-lt"/>
            </a:endParaRPr>
          </a:p>
          <a:p>
            <a:endParaRPr lang="en-US" sz="1400" b="1">
              <a:solidFill>
                <a:srgbClr val="2F5496"/>
              </a:solidFill>
            </a:endParaRPr>
          </a:p>
          <a:p>
            <a:endParaRPr lang="en-US" sz="1400" i="1"/>
          </a:p>
        </p:txBody>
      </p:sp>
      <p:sp>
        <p:nvSpPr>
          <p:cNvPr id="14" name="Espace réservé du contenu 13">
            <a:extLst>
              <a:ext uri="{FF2B5EF4-FFF2-40B4-BE49-F238E27FC236}">
                <a16:creationId xmlns:a16="http://schemas.microsoft.com/office/drawing/2014/main" id="{67632C51-9D36-5499-EB2A-C073A7A4DD22}"/>
              </a:ext>
            </a:extLst>
          </p:cNvPr>
          <p:cNvSpPr>
            <a:spLocks noGrp="1"/>
          </p:cNvSpPr>
          <p:nvPr>
            <p:ph idx="14"/>
          </p:nvPr>
        </p:nvSpPr>
        <p:spPr>
          <a:xfrm>
            <a:off x="6607026" y="1283402"/>
            <a:ext cx="5061209" cy="4045444"/>
          </a:xfrm>
        </p:spPr>
        <p:txBody>
          <a:bodyPr vert="horz" lIns="91440" tIns="45720" rIns="91440" bIns="45720" rtlCol="0" anchor="t">
            <a:noAutofit/>
          </a:bodyPr>
          <a:lstStyle/>
          <a:p>
            <a:pPr>
              <a:lnSpc>
                <a:spcPct val="100000"/>
              </a:lnSpc>
              <a:spcBef>
                <a:spcPts val="0"/>
              </a:spcBef>
            </a:pPr>
            <a:r>
              <a:rPr lang="en-US" sz="1400" b="1"/>
              <a:t>Statistical Factor Model : </a:t>
            </a:r>
            <a:endParaRPr lang="fr-FR" sz="1400" b="1"/>
          </a:p>
          <a:p>
            <a:pPr marL="171450" indent="-171450">
              <a:lnSpc>
                <a:spcPct val="100000"/>
              </a:lnSpc>
              <a:spcBef>
                <a:spcPts val="0"/>
              </a:spcBef>
              <a:buFont typeface="Arial,Sans-Serif"/>
              <a:buChar char="•"/>
            </a:pPr>
            <a:r>
              <a:rPr lang="en-US" sz="1400"/>
              <a:t>daily returns=common curve factors + maturity-specific residual</a:t>
            </a:r>
          </a:p>
          <a:p>
            <a:pPr marL="171450" indent="-171450">
              <a:lnSpc>
                <a:spcPct val="100000"/>
              </a:lnSpc>
              <a:spcBef>
                <a:spcPts val="0"/>
              </a:spcBef>
              <a:buFont typeface="Arial,Sans-Serif"/>
              <a:buChar char="•"/>
            </a:pPr>
            <a:endParaRPr lang="en-US" sz="1400" b="1">
              <a:latin typeface="Myriad Set Pro"/>
              <a:cs typeface="Myanmar Text"/>
            </a:endParaRPr>
          </a:p>
          <a:p>
            <a:pPr marL="171450" indent="-171450">
              <a:lnSpc>
                <a:spcPct val="100000"/>
              </a:lnSpc>
              <a:spcBef>
                <a:spcPts val="0"/>
              </a:spcBef>
              <a:buFont typeface="Arial,Sans-Serif"/>
              <a:buChar char="•"/>
            </a:pPr>
            <a:endParaRPr lang="en-US" sz="1400" b="1">
              <a:latin typeface="Myriad Set Pro"/>
              <a:cs typeface="Myanmar Text"/>
            </a:endParaRPr>
          </a:p>
          <a:p>
            <a:pPr marL="171450" indent="-171450">
              <a:lnSpc>
                <a:spcPct val="100000"/>
              </a:lnSpc>
              <a:spcBef>
                <a:spcPts val="0"/>
              </a:spcBef>
              <a:buFont typeface="Arial,Sans-Serif"/>
              <a:buChar char="•"/>
            </a:pPr>
            <a:endParaRPr lang="en-US" sz="1400" b="1">
              <a:latin typeface="Myriad Set Pro"/>
              <a:cs typeface="Myanmar Text"/>
            </a:endParaRPr>
          </a:p>
          <a:p>
            <a:pPr marL="171450" indent="-171450">
              <a:lnSpc>
                <a:spcPct val="100000"/>
              </a:lnSpc>
              <a:spcBef>
                <a:spcPts val="0"/>
              </a:spcBef>
              <a:buFont typeface="Arial,Sans-Serif"/>
              <a:buChar char="•"/>
            </a:pPr>
            <a:endParaRPr lang="en-US" sz="1400" b="1">
              <a:cs typeface="Myanmar Text"/>
            </a:endParaRPr>
          </a:p>
          <a:p>
            <a:pPr marL="171450" indent="-171450">
              <a:lnSpc>
                <a:spcPct val="100000"/>
              </a:lnSpc>
              <a:spcBef>
                <a:spcPts val="0"/>
              </a:spcBef>
              <a:buFont typeface="Arial,Sans-Serif"/>
              <a:buChar char="•"/>
            </a:pPr>
            <a:r>
              <a:rPr lang="en-US" sz="1400"/>
              <a:t>rt: daily log-returns of M1–M12</a:t>
            </a:r>
          </a:p>
          <a:p>
            <a:pPr marL="171450" indent="-171450">
              <a:lnSpc>
                <a:spcPct val="100000"/>
              </a:lnSpc>
              <a:spcBef>
                <a:spcPts val="0"/>
              </a:spcBef>
              <a:buFont typeface="Arial,Sans-Serif"/>
              <a:buChar char="•"/>
            </a:pPr>
            <a:r>
              <a:rPr lang="en-US" sz="1400" err="1"/>
              <a:t>Bt</a:t>
            </a:r>
            <a:r>
              <a:rPr lang="en-US" sz="1400"/>
              <a:t>: factors loadings</a:t>
            </a:r>
          </a:p>
          <a:p>
            <a:pPr marL="171450" indent="-171450">
              <a:lnSpc>
                <a:spcPct val="100000"/>
              </a:lnSpc>
              <a:spcBef>
                <a:spcPts val="0"/>
              </a:spcBef>
              <a:buFont typeface="Arial,Sans-Serif"/>
              <a:buChar char="•"/>
            </a:pPr>
            <a:r>
              <a:rPr lang="en-US" sz="1400"/>
              <a:t>ft: factor returns, WLS-fit at each date t</a:t>
            </a:r>
          </a:p>
          <a:p>
            <a:pPr marL="171450" indent="-171450">
              <a:lnSpc>
                <a:spcPct val="100000"/>
              </a:lnSpc>
              <a:spcBef>
                <a:spcPts val="0"/>
              </a:spcBef>
              <a:buFont typeface="Arial,Sans-Serif"/>
              <a:buChar char="•"/>
            </a:pPr>
            <a:r>
              <a:rPr lang="en-US" sz="1400" err="1"/>
              <a:t>εt</a:t>
            </a:r>
            <a:r>
              <a:rPr lang="en-US" sz="1400"/>
              <a:t>: idiosyncratic residual — the maturity-specific dislocation</a:t>
            </a:r>
          </a:p>
          <a:p>
            <a:pPr marL="171450" indent="-171450">
              <a:lnSpc>
                <a:spcPct val="100000"/>
              </a:lnSpc>
              <a:spcBef>
                <a:spcPts val="0"/>
              </a:spcBef>
              <a:buFont typeface="Arial,Sans-Serif"/>
              <a:buChar char="•"/>
            </a:pPr>
            <a:endParaRPr lang="en-US" sz="1400">
              <a:latin typeface="Myriad Set Pro"/>
              <a:cs typeface="Myanmar Text"/>
            </a:endParaRPr>
          </a:p>
          <a:p>
            <a:pPr>
              <a:lnSpc>
                <a:spcPct val="100000"/>
              </a:lnSpc>
              <a:spcBef>
                <a:spcPts val="0"/>
              </a:spcBef>
            </a:pPr>
            <a:endParaRPr lang="en-US" sz="1400">
              <a:latin typeface="Myriad Set Pro"/>
              <a:cs typeface="Myanmar Text"/>
            </a:endParaRPr>
          </a:p>
          <a:p>
            <a:pPr marL="285750" indent="-285750">
              <a:lnSpc>
                <a:spcPct val="100000"/>
              </a:lnSpc>
              <a:spcBef>
                <a:spcPts val="0"/>
              </a:spcBef>
              <a:buFont typeface="Arial"/>
              <a:buChar char="•"/>
            </a:pPr>
            <a:r>
              <a:rPr lang="en-US" sz="1400"/>
              <a:t>Estimate rolling loadings B from past returns:</a:t>
            </a:r>
          </a:p>
          <a:p>
            <a:pPr marL="285750" indent="-285750">
              <a:lnSpc>
                <a:spcPct val="100000"/>
              </a:lnSpc>
              <a:spcBef>
                <a:spcPts val="0"/>
              </a:spcBef>
              <a:buFont typeface="Arial"/>
              <a:buChar char="•"/>
            </a:pPr>
            <a:endParaRPr lang="en-US" sz="1400">
              <a:latin typeface="Myriad Set Pro"/>
              <a:cs typeface="Myanmar Text"/>
            </a:endParaRPr>
          </a:p>
          <a:p>
            <a:pPr marL="285750" indent="-285750">
              <a:lnSpc>
                <a:spcPct val="100000"/>
              </a:lnSpc>
              <a:spcBef>
                <a:spcPts val="0"/>
              </a:spcBef>
              <a:buFont typeface="Arial"/>
              <a:buChar char="•"/>
            </a:pPr>
            <a:endParaRPr lang="en-US" sz="1400">
              <a:latin typeface="Myriad Set Pro"/>
              <a:cs typeface="Myanmar Text"/>
            </a:endParaRPr>
          </a:p>
          <a:p>
            <a:pPr marL="285750" indent="-285750">
              <a:lnSpc>
                <a:spcPct val="100000"/>
              </a:lnSpc>
              <a:spcBef>
                <a:spcPts val="0"/>
              </a:spcBef>
              <a:buFont typeface="Arial"/>
              <a:buChar char="•"/>
            </a:pPr>
            <a:endParaRPr lang="en-US" sz="1400">
              <a:latin typeface="Myriad Set Pro"/>
              <a:cs typeface="Myanmar Text"/>
            </a:endParaRPr>
          </a:p>
          <a:p>
            <a:pPr marL="285750" indent="-285750">
              <a:lnSpc>
                <a:spcPct val="100000"/>
              </a:lnSpc>
              <a:spcBef>
                <a:spcPts val="0"/>
              </a:spcBef>
              <a:buFont typeface="Arial"/>
              <a:buChar char="•"/>
            </a:pPr>
            <a:endParaRPr lang="en-US" sz="1400">
              <a:latin typeface="Myriad Set Pro"/>
              <a:cs typeface="Myanmar Text"/>
            </a:endParaRPr>
          </a:p>
          <a:p>
            <a:pPr marL="285750" indent="-285750">
              <a:lnSpc>
                <a:spcPct val="100000"/>
              </a:lnSpc>
              <a:spcBef>
                <a:spcPts val="0"/>
              </a:spcBef>
              <a:buFont typeface="Arial"/>
              <a:buChar char="•"/>
            </a:pPr>
            <a:endParaRPr lang="en-US" sz="1400">
              <a:latin typeface="Myriad Set Pro"/>
              <a:cs typeface="Myanmar Text"/>
            </a:endParaRPr>
          </a:p>
          <a:p>
            <a:pPr marL="285750" indent="-285750">
              <a:lnSpc>
                <a:spcPct val="100000"/>
              </a:lnSpc>
              <a:spcBef>
                <a:spcPts val="0"/>
              </a:spcBef>
              <a:buFont typeface="Arial"/>
              <a:buChar char="•"/>
            </a:pPr>
            <a:r>
              <a:rPr lang="en-US" sz="1400"/>
              <a:t>Then project each new return vector onto the factor space.</a:t>
            </a:r>
          </a:p>
          <a:p>
            <a:pPr marL="171450" indent="-171450">
              <a:lnSpc>
                <a:spcPct val="100000"/>
              </a:lnSpc>
              <a:spcBef>
                <a:spcPts val="0"/>
              </a:spcBef>
              <a:buFont typeface="Arial,Sans-Serif"/>
              <a:buChar char="•"/>
            </a:pPr>
            <a:endParaRPr lang="en-US" sz="1400">
              <a:latin typeface="Myriad Set Pro"/>
              <a:cs typeface="Myanmar Text"/>
            </a:endParaRPr>
          </a:p>
        </p:txBody>
      </p:sp>
      <p:pic>
        <p:nvPicPr>
          <p:cNvPr id="16" name="Image 15" descr="Une image contenant Police, texte, blanc, typographie&#10;&#10;Le contenu généré par l’IA peut être incorrect.">
            <a:extLst>
              <a:ext uri="{FF2B5EF4-FFF2-40B4-BE49-F238E27FC236}">
                <a16:creationId xmlns:a16="http://schemas.microsoft.com/office/drawing/2014/main" id="{A7BAB6E4-A90A-EEA3-4B5F-1B74B3805CBE}"/>
              </a:ext>
            </a:extLst>
          </p:cNvPr>
          <p:cNvPicPr>
            <a:picLocks noChangeAspect="1"/>
          </p:cNvPicPr>
          <p:nvPr/>
        </p:nvPicPr>
        <p:blipFill>
          <a:blip r:embed="rId2"/>
          <a:stretch>
            <a:fillRect/>
          </a:stretch>
        </p:blipFill>
        <p:spPr>
          <a:xfrm>
            <a:off x="2378294" y="5555046"/>
            <a:ext cx="2332640" cy="672005"/>
          </a:xfrm>
          <a:prstGeom prst="rect">
            <a:avLst/>
          </a:prstGeom>
        </p:spPr>
      </p:pic>
      <p:pic>
        <p:nvPicPr>
          <p:cNvPr id="17" name="Image 16" descr="Une image contenant Police, texte, typographie, blanc&#10;&#10;Le contenu généré par l’IA peut être incorrect.">
            <a:extLst>
              <a:ext uri="{FF2B5EF4-FFF2-40B4-BE49-F238E27FC236}">
                <a16:creationId xmlns:a16="http://schemas.microsoft.com/office/drawing/2014/main" id="{A6DC4C93-1BAF-20D2-74B3-C5CB7A168916}"/>
              </a:ext>
            </a:extLst>
          </p:cNvPr>
          <p:cNvPicPr>
            <a:picLocks noChangeAspect="1"/>
          </p:cNvPicPr>
          <p:nvPr/>
        </p:nvPicPr>
        <p:blipFill>
          <a:blip r:embed="rId3"/>
          <a:stretch>
            <a:fillRect/>
          </a:stretch>
        </p:blipFill>
        <p:spPr>
          <a:xfrm>
            <a:off x="7035687" y="4221872"/>
            <a:ext cx="1872815" cy="673976"/>
          </a:xfrm>
          <a:prstGeom prst="rect">
            <a:avLst/>
          </a:prstGeom>
        </p:spPr>
      </p:pic>
      <p:pic>
        <p:nvPicPr>
          <p:cNvPr id="18" name="Image 17" descr="Une image contenant Police, texte, typographie, blanc&#10;&#10;Le contenu généré par l’IA peut être incorrect.">
            <a:extLst>
              <a:ext uri="{FF2B5EF4-FFF2-40B4-BE49-F238E27FC236}">
                <a16:creationId xmlns:a16="http://schemas.microsoft.com/office/drawing/2014/main" id="{F5C7FE66-2567-B828-EAC0-93F7E0C05B7E}"/>
              </a:ext>
            </a:extLst>
          </p:cNvPr>
          <p:cNvPicPr>
            <a:picLocks noChangeAspect="1"/>
          </p:cNvPicPr>
          <p:nvPr/>
        </p:nvPicPr>
        <p:blipFill>
          <a:blip r:embed="rId4"/>
          <a:stretch>
            <a:fillRect/>
          </a:stretch>
        </p:blipFill>
        <p:spPr>
          <a:xfrm>
            <a:off x="9137102" y="4219573"/>
            <a:ext cx="2394390" cy="694343"/>
          </a:xfrm>
          <a:prstGeom prst="rect">
            <a:avLst/>
          </a:prstGeom>
        </p:spPr>
      </p:pic>
      <p:pic>
        <p:nvPicPr>
          <p:cNvPr id="19" name="Image 18" descr="Une image contenant Police, texte, blanc, typographie&#10;&#10;Le contenu généré par l’IA peut être incorrect.">
            <a:extLst>
              <a:ext uri="{FF2B5EF4-FFF2-40B4-BE49-F238E27FC236}">
                <a16:creationId xmlns:a16="http://schemas.microsoft.com/office/drawing/2014/main" id="{8D72A6EE-A508-B33C-B1BF-6BA3007AE682}"/>
              </a:ext>
            </a:extLst>
          </p:cNvPr>
          <p:cNvPicPr>
            <a:picLocks noChangeAspect="1"/>
          </p:cNvPicPr>
          <p:nvPr/>
        </p:nvPicPr>
        <p:blipFill>
          <a:blip r:embed="rId5"/>
          <a:stretch>
            <a:fillRect/>
          </a:stretch>
        </p:blipFill>
        <p:spPr>
          <a:xfrm>
            <a:off x="7700470" y="1869856"/>
            <a:ext cx="2408841" cy="569530"/>
          </a:xfrm>
          <a:prstGeom prst="rect">
            <a:avLst/>
          </a:prstGeom>
        </p:spPr>
      </p:pic>
      <p:pic>
        <p:nvPicPr>
          <p:cNvPr id="20" name="Image 19" descr="Une image contenant Police, texte, blanc, écriture manuscrite&#10;&#10;Le contenu généré par l’IA peut être incorrect.">
            <a:extLst>
              <a:ext uri="{FF2B5EF4-FFF2-40B4-BE49-F238E27FC236}">
                <a16:creationId xmlns:a16="http://schemas.microsoft.com/office/drawing/2014/main" id="{F0764001-F483-EEB6-945B-44D532763623}"/>
              </a:ext>
            </a:extLst>
          </p:cNvPr>
          <p:cNvPicPr>
            <a:picLocks noChangeAspect="1"/>
          </p:cNvPicPr>
          <p:nvPr/>
        </p:nvPicPr>
        <p:blipFill>
          <a:blip r:embed="rId6"/>
          <a:stretch>
            <a:fillRect/>
          </a:stretch>
        </p:blipFill>
        <p:spPr>
          <a:xfrm>
            <a:off x="7766487" y="5406585"/>
            <a:ext cx="2739260" cy="821779"/>
          </a:xfrm>
          <a:prstGeom prst="rect">
            <a:avLst/>
          </a:prstGeom>
        </p:spPr>
      </p:pic>
    </p:spTree>
    <p:extLst>
      <p:ext uri="{BB962C8B-B14F-4D97-AF65-F5344CB8AC3E}">
        <p14:creationId xmlns:p14="http://schemas.microsoft.com/office/powerpoint/2010/main" val="3090694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87A5D2-A930-8A45-19DE-87CECEC15C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B500DD-9448-CFA9-E2F5-965BDFEAED19}"/>
              </a:ext>
            </a:extLst>
          </p:cNvPr>
          <p:cNvSpPr>
            <a:spLocks noGrp="1"/>
          </p:cNvSpPr>
          <p:nvPr>
            <p:ph type="title"/>
          </p:nvPr>
        </p:nvSpPr>
        <p:spPr/>
        <p:txBody>
          <a:bodyPr/>
          <a:lstStyle/>
          <a:p>
            <a:r>
              <a:rPr lang="en-US">
                <a:latin typeface="Novecento sans wide UltraLight"/>
              </a:rPr>
              <a:t>Target Variable</a:t>
            </a:r>
          </a:p>
        </p:txBody>
      </p:sp>
      <p:sp>
        <p:nvSpPr>
          <p:cNvPr id="4" name="Text Placeholder 3">
            <a:extLst>
              <a:ext uri="{FF2B5EF4-FFF2-40B4-BE49-F238E27FC236}">
                <a16:creationId xmlns:a16="http://schemas.microsoft.com/office/drawing/2014/main" id="{CE88BF34-2CE7-ADB4-5D46-81C0D29506B3}"/>
              </a:ext>
            </a:extLst>
          </p:cNvPr>
          <p:cNvSpPr>
            <a:spLocks noGrp="1"/>
          </p:cNvSpPr>
          <p:nvPr>
            <p:ph type="body" sz="quarter" idx="19"/>
          </p:nvPr>
        </p:nvSpPr>
        <p:spPr>
          <a:xfrm>
            <a:off x="6598374" y="1428781"/>
            <a:ext cx="5301076" cy="435971"/>
          </a:xfrm>
        </p:spPr>
        <p:txBody>
          <a:bodyPr vert="horz" lIns="91440" tIns="45720" rIns="91440" bIns="45720" rtlCol="0" anchor="t">
            <a:noAutofit/>
          </a:bodyPr>
          <a:lstStyle/>
          <a:p>
            <a:r>
              <a:rPr lang="en-US" sz="1800" b="1">
                <a:latin typeface="Myriad Set Pro"/>
                <a:cs typeface="Myanmar Text"/>
              </a:rPr>
              <a:t>Target Standardization: </a:t>
            </a:r>
            <a:endParaRPr lang="fr-FR"/>
          </a:p>
        </p:txBody>
      </p:sp>
      <p:sp>
        <p:nvSpPr>
          <p:cNvPr id="8" name="Text Placeholder 7">
            <a:extLst>
              <a:ext uri="{FF2B5EF4-FFF2-40B4-BE49-F238E27FC236}">
                <a16:creationId xmlns:a16="http://schemas.microsoft.com/office/drawing/2014/main" id="{8BF5E1F1-FDE8-3E75-0AE0-45EA85FF6271}"/>
              </a:ext>
            </a:extLst>
          </p:cNvPr>
          <p:cNvSpPr>
            <a:spLocks noGrp="1"/>
          </p:cNvSpPr>
          <p:nvPr>
            <p:ph type="body" sz="quarter" idx="16"/>
          </p:nvPr>
        </p:nvSpPr>
        <p:spPr>
          <a:xfrm>
            <a:off x="836285" y="3955633"/>
            <a:ext cx="5160300" cy="267806"/>
          </a:xfrm>
        </p:spPr>
        <p:txBody>
          <a:bodyPr vert="horz" lIns="91440" tIns="45720" rIns="91440" bIns="45720" rtlCol="0" anchor="t">
            <a:noAutofit/>
          </a:bodyPr>
          <a:lstStyle/>
          <a:p>
            <a:r>
              <a:rPr lang="en-US" sz="1800" b="1">
                <a:latin typeface="Myriad Set Pro"/>
              </a:rPr>
              <a:t>Prediction target: 1-week cumulative residual return</a:t>
            </a:r>
            <a:endParaRPr lang="fr-FR" sz="1800" b="1">
              <a:latin typeface="Myriad Set Pro"/>
            </a:endParaRPr>
          </a:p>
          <a:p>
            <a:endParaRPr lang="fr-FR"/>
          </a:p>
        </p:txBody>
      </p:sp>
      <p:sp>
        <p:nvSpPr>
          <p:cNvPr id="9" name="Text Placeholder 8">
            <a:extLst>
              <a:ext uri="{FF2B5EF4-FFF2-40B4-BE49-F238E27FC236}">
                <a16:creationId xmlns:a16="http://schemas.microsoft.com/office/drawing/2014/main" id="{06F62542-D7C0-E963-2C4B-AC37943E412E}"/>
              </a:ext>
            </a:extLst>
          </p:cNvPr>
          <p:cNvSpPr>
            <a:spLocks noGrp="1"/>
          </p:cNvSpPr>
          <p:nvPr>
            <p:ph type="body" sz="quarter" idx="17"/>
          </p:nvPr>
        </p:nvSpPr>
        <p:spPr>
          <a:xfrm>
            <a:off x="836285" y="1429064"/>
            <a:ext cx="5160300" cy="267806"/>
          </a:xfrm>
        </p:spPr>
        <p:txBody>
          <a:bodyPr vert="horz" lIns="91440" tIns="45720" rIns="91440" bIns="45720" rtlCol="0" anchor="t">
            <a:noAutofit/>
          </a:bodyPr>
          <a:lstStyle/>
          <a:p>
            <a:r>
              <a:rPr lang="en-US" sz="2000" b="1">
                <a:latin typeface="Myriad Set Pro"/>
              </a:rPr>
              <a:t>Why residuals?</a:t>
            </a:r>
            <a:endParaRPr lang="fr-FR"/>
          </a:p>
        </p:txBody>
      </p:sp>
      <p:sp>
        <p:nvSpPr>
          <p:cNvPr id="10" name="Date Placeholder 9">
            <a:extLst>
              <a:ext uri="{FF2B5EF4-FFF2-40B4-BE49-F238E27FC236}">
                <a16:creationId xmlns:a16="http://schemas.microsoft.com/office/drawing/2014/main" id="{1B365C97-1B6E-8114-B9CF-B121FEC316D6}"/>
              </a:ext>
            </a:extLst>
          </p:cNvPr>
          <p:cNvSpPr>
            <a:spLocks noGrp="1"/>
          </p:cNvSpPr>
          <p:nvPr>
            <p:ph type="dt" sz="half" idx="21"/>
          </p:nvPr>
        </p:nvSpPr>
        <p:spPr/>
        <p:txBody>
          <a:bodyPr/>
          <a:lstStyle/>
          <a:p>
            <a:fld id="{5D77077C-FEF9-4A07-92A0-31EDE9512421}" type="datetime1">
              <a:rPr lang="en-US" smtClean="0"/>
              <a:pPr/>
              <a:t>5/7/2026</a:t>
            </a:fld>
            <a:endParaRPr lang="en-GB"/>
          </a:p>
        </p:txBody>
      </p:sp>
      <p:sp>
        <p:nvSpPr>
          <p:cNvPr id="11" name="Footer Placeholder 10">
            <a:extLst>
              <a:ext uri="{FF2B5EF4-FFF2-40B4-BE49-F238E27FC236}">
                <a16:creationId xmlns:a16="http://schemas.microsoft.com/office/drawing/2014/main" id="{60EC1182-E415-65A8-22CB-1915796D7DC8}"/>
              </a:ext>
            </a:extLst>
          </p:cNvPr>
          <p:cNvSpPr>
            <a:spLocks noGrp="1"/>
          </p:cNvSpPr>
          <p:nvPr>
            <p:ph type="ftr" sz="quarter" idx="22"/>
          </p:nvPr>
        </p:nvSpPr>
        <p:spPr>
          <a:xfrm>
            <a:off x="528145" y="1716033"/>
            <a:ext cx="5481143" cy="1962697"/>
          </a:xfrm>
        </p:spPr>
        <p:txBody>
          <a:bodyPr/>
          <a:lstStyle/>
          <a:p>
            <a:pPr algn="l"/>
            <a:r>
              <a:rPr lang="en-GB">
                <a:ea typeface="+mn-lt"/>
                <a:cs typeface="+mn-lt"/>
              </a:rPr>
              <a:t>The objective is not to forecast outright gas direction, but to rank maturities by expected residual outperformance.</a:t>
            </a:r>
            <a:endParaRPr lang="en-GB"/>
          </a:p>
          <a:p>
            <a:pPr algn="l"/>
            <a:endParaRPr lang="en-GB">
              <a:ea typeface="+mn-lt"/>
              <a:cs typeface="+mn-lt"/>
            </a:endParaRPr>
          </a:p>
          <a:p>
            <a:pPr algn="l"/>
            <a:r>
              <a:rPr lang="en-GB">
                <a:ea typeface="+mn-lt"/>
                <a:cs typeface="+mn-lt"/>
              </a:rPr>
              <a:t>Raw returns mix outright gas direction, common curve shocks, and maturity-specific dislocations.</a:t>
            </a:r>
            <a:endParaRPr lang="en-GB"/>
          </a:p>
          <a:p>
            <a:pPr algn="l"/>
            <a:endParaRPr lang="en-GB"/>
          </a:p>
          <a:p>
            <a:pPr algn="l"/>
            <a:r>
              <a:rPr lang="en-GB">
                <a:ea typeface="+mn-lt"/>
                <a:cs typeface="+mn-lt"/>
              </a:rPr>
              <a:t>Residual returns remove Level, Slope, and Curvature, leaving the component aligned with a factor-neutral long/short strategy.</a:t>
            </a:r>
            <a:endParaRPr lang="en-GB"/>
          </a:p>
        </p:txBody>
      </p:sp>
      <p:sp>
        <p:nvSpPr>
          <p:cNvPr id="12" name="Slide Number Placeholder 11">
            <a:extLst>
              <a:ext uri="{FF2B5EF4-FFF2-40B4-BE49-F238E27FC236}">
                <a16:creationId xmlns:a16="http://schemas.microsoft.com/office/drawing/2014/main" id="{81D3FD5F-2401-2598-E60A-263DD4ED33DC}"/>
              </a:ext>
            </a:extLst>
          </p:cNvPr>
          <p:cNvSpPr>
            <a:spLocks noGrp="1"/>
          </p:cNvSpPr>
          <p:nvPr>
            <p:ph type="sldNum" sz="quarter" idx="23"/>
          </p:nvPr>
        </p:nvSpPr>
        <p:spPr/>
        <p:txBody>
          <a:bodyPr/>
          <a:lstStyle/>
          <a:p>
            <a:fld id="{225705C9-C93A-4611-A575-E7A979D414CC}" type="slidenum">
              <a:rPr lang="en-GB" smtClean="0"/>
              <a:pPr/>
              <a:t>7</a:t>
            </a:fld>
            <a:endParaRPr lang="en-GB"/>
          </a:p>
        </p:txBody>
      </p:sp>
      <p:sp>
        <p:nvSpPr>
          <p:cNvPr id="7" name="内容占位符 6">
            <a:extLst>
              <a:ext uri="{FF2B5EF4-FFF2-40B4-BE49-F238E27FC236}">
                <a16:creationId xmlns:a16="http://schemas.microsoft.com/office/drawing/2014/main" id="{44AB20F8-0EDD-FD44-A8C7-BFEFE04011D2}"/>
              </a:ext>
            </a:extLst>
          </p:cNvPr>
          <p:cNvSpPr>
            <a:spLocks noGrp="1"/>
          </p:cNvSpPr>
          <p:nvPr>
            <p:ph idx="14"/>
          </p:nvPr>
        </p:nvSpPr>
        <p:spPr>
          <a:xfrm>
            <a:off x="6386296" y="1892899"/>
            <a:ext cx="5281926" cy="1922517"/>
          </a:xfrm>
        </p:spPr>
        <p:txBody>
          <a:bodyPr vert="horz" lIns="91440" tIns="45720" rIns="91440" bIns="45720" rtlCol="0" anchor="t">
            <a:normAutofit fontScale="92500" lnSpcReduction="10000"/>
          </a:bodyPr>
          <a:lstStyle/>
          <a:p>
            <a:pPr marL="285750" indent="-285750">
              <a:buFont typeface="Arial"/>
              <a:buChar char="•"/>
            </a:pPr>
            <a:endParaRPr lang="en-US">
              <a:latin typeface="Myriad Set Pro"/>
            </a:endParaRPr>
          </a:p>
          <a:p>
            <a:pPr marL="285750" indent="-285750">
              <a:buFont typeface="Arial"/>
              <a:buChar char="•"/>
            </a:pPr>
            <a:r>
              <a:rPr lang="en-US">
                <a:latin typeface="Myriad Set Pro"/>
              </a:rPr>
              <a:t>The target is standardized by trailing residual volatility, using information available at date t only.</a:t>
            </a:r>
            <a:endParaRPr lang="en-US">
              <a:solidFill>
                <a:srgbClr val="000000"/>
              </a:solidFill>
              <a:latin typeface="Myriad Set Pro"/>
            </a:endParaRPr>
          </a:p>
          <a:p>
            <a:pPr marL="285750" indent="-285750">
              <a:buFont typeface="Arial"/>
              <a:buChar char="•"/>
            </a:pPr>
            <a:r>
              <a:rPr lang="en-US">
                <a:latin typeface="Myriad Set Pro"/>
              </a:rPr>
              <a:t>The target is expressed in residual-risk units to make maturities comparable.</a:t>
            </a:r>
          </a:p>
          <a:p>
            <a:endParaRPr lang="en-US"/>
          </a:p>
          <a:p>
            <a:r>
              <a:rPr lang="en-US" b="1">
                <a:ea typeface="+mn-lt"/>
                <a:cs typeface="+mn-lt"/>
              </a:rPr>
              <a:t>Trading interpretation:</a:t>
            </a:r>
          </a:p>
          <a:p>
            <a:pPr lvl="1">
              <a:buFont typeface="Courier New"/>
              <a:buChar char="o"/>
            </a:pPr>
            <a:r>
              <a:rPr lang="en-US">
                <a:ea typeface="+mn-lt"/>
                <a:cs typeface="+mn-lt"/>
              </a:rPr>
              <a:t>z &gt; 0  → maturity expected to outperform the factor-implied curve</a:t>
            </a:r>
          </a:p>
          <a:p>
            <a:pPr lvl="1">
              <a:buFont typeface="Courier New"/>
              <a:buChar char="o"/>
            </a:pPr>
            <a:r>
              <a:rPr lang="en-US">
                <a:ea typeface="+mn-lt"/>
                <a:cs typeface="+mn-lt"/>
              </a:rPr>
              <a:t>z &lt; 0  → maturity expected to underperform the factor-implied curve</a:t>
            </a:r>
            <a:endParaRPr lang="en-US"/>
          </a:p>
          <a:p>
            <a:pPr marL="171450" indent="-171450">
              <a:buFont typeface="Arial"/>
              <a:buChar char="•"/>
            </a:pPr>
            <a:endParaRPr lang="en-US"/>
          </a:p>
        </p:txBody>
      </p:sp>
      <p:sp>
        <p:nvSpPr>
          <p:cNvPr id="6" name="Text Placeholder 5">
            <a:extLst>
              <a:ext uri="{FF2B5EF4-FFF2-40B4-BE49-F238E27FC236}">
                <a16:creationId xmlns:a16="http://schemas.microsoft.com/office/drawing/2014/main" id="{C5B733F2-3478-9E9F-2B7D-C9D40E19F290}"/>
              </a:ext>
            </a:extLst>
          </p:cNvPr>
          <p:cNvSpPr>
            <a:spLocks noGrp="1"/>
          </p:cNvSpPr>
          <p:nvPr>
            <p:ph type="body" sz="quarter" idx="20"/>
          </p:nvPr>
        </p:nvSpPr>
        <p:spPr/>
        <p:txBody>
          <a:bodyPr vert="horz" lIns="91440" tIns="45720" rIns="91440" bIns="45720" rtlCol="0" anchor="t">
            <a:noAutofit/>
          </a:bodyPr>
          <a:lstStyle/>
          <a:p>
            <a:r>
              <a:rPr lang="en-US" sz="1400" b="1">
                <a:latin typeface="Myriad Set Pro"/>
              </a:rPr>
              <a:t>Predicting standardized residual returns aligns the ML target with a factor-neutral relative-value strategy.</a:t>
            </a:r>
            <a:endParaRPr lang="fr-FR" b="1">
              <a:latin typeface="Myriad Set Pro"/>
            </a:endParaRPr>
          </a:p>
          <a:p>
            <a:endParaRPr lang="en-US" sz="1400" i="1"/>
          </a:p>
        </p:txBody>
      </p:sp>
      <p:pic>
        <p:nvPicPr>
          <p:cNvPr id="16" name="Image 15" descr="Une image contenant texte, capture d’écran, diagramme, ligne&#10;&#10;Le contenu généré par l’IA peut être incorrect.">
            <a:extLst>
              <a:ext uri="{FF2B5EF4-FFF2-40B4-BE49-F238E27FC236}">
                <a16:creationId xmlns:a16="http://schemas.microsoft.com/office/drawing/2014/main" id="{6362CCA8-6D08-2B40-6A8F-99FBA8A83159}"/>
              </a:ext>
            </a:extLst>
          </p:cNvPr>
          <p:cNvPicPr>
            <a:picLocks noChangeAspect="1"/>
          </p:cNvPicPr>
          <p:nvPr/>
        </p:nvPicPr>
        <p:blipFill>
          <a:blip r:embed="rId2"/>
          <a:stretch>
            <a:fillRect/>
          </a:stretch>
        </p:blipFill>
        <p:spPr>
          <a:xfrm>
            <a:off x="5927834" y="3906014"/>
            <a:ext cx="5733392" cy="2167543"/>
          </a:xfrm>
          <a:prstGeom prst="rect">
            <a:avLst/>
          </a:prstGeom>
        </p:spPr>
      </p:pic>
      <p:pic>
        <p:nvPicPr>
          <p:cNvPr id="17" name="Image 16" descr="Une image contenant Police, texte, blanc, symbole&#10;&#10;Le contenu généré par l’IA peut être incorrect.">
            <a:extLst>
              <a:ext uri="{FF2B5EF4-FFF2-40B4-BE49-F238E27FC236}">
                <a16:creationId xmlns:a16="http://schemas.microsoft.com/office/drawing/2014/main" id="{6CE86E73-2C65-0D98-A2EB-149673E52516}"/>
              </a:ext>
            </a:extLst>
          </p:cNvPr>
          <p:cNvPicPr>
            <a:picLocks noChangeAspect="1"/>
          </p:cNvPicPr>
          <p:nvPr/>
        </p:nvPicPr>
        <p:blipFill>
          <a:blip r:embed="rId3"/>
          <a:stretch>
            <a:fillRect/>
          </a:stretch>
        </p:blipFill>
        <p:spPr>
          <a:xfrm>
            <a:off x="2239361" y="4817024"/>
            <a:ext cx="1612026" cy="760687"/>
          </a:xfrm>
          <a:prstGeom prst="rect">
            <a:avLst/>
          </a:prstGeom>
        </p:spPr>
      </p:pic>
      <p:sp>
        <p:nvSpPr>
          <p:cNvPr id="19" name="Espace réservé du contenu 18">
            <a:extLst>
              <a:ext uri="{FF2B5EF4-FFF2-40B4-BE49-F238E27FC236}">
                <a16:creationId xmlns:a16="http://schemas.microsoft.com/office/drawing/2014/main" id="{B7160799-21FC-BDF2-6D8C-226B26A95F3B}"/>
              </a:ext>
            </a:extLst>
          </p:cNvPr>
          <p:cNvSpPr>
            <a:spLocks noGrp="1"/>
          </p:cNvSpPr>
          <p:nvPr>
            <p:ph idx="13"/>
          </p:nvPr>
        </p:nvSpPr>
        <p:spPr>
          <a:xfrm>
            <a:off x="604781" y="4415634"/>
            <a:ext cx="5323487" cy="1156372"/>
          </a:xfrm>
        </p:spPr>
        <p:txBody>
          <a:bodyPr vert="horz" lIns="91440" tIns="45720" rIns="91440" bIns="45720" rtlCol="0" anchor="t">
            <a:noAutofit/>
          </a:bodyPr>
          <a:lstStyle/>
          <a:p>
            <a:r>
              <a:rPr lang="en-US"/>
              <a:t>Because log-returns are additive, summing daily residuals gives the next-week residual move.</a:t>
            </a:r>
            <a:endParaRPr lang="fr-FR">
              <a:solidFill>
                <a:srgbClr val="000000"/>
              </a:solidFill>
            </a:endParaRPr>
          </a:p>
          <a:p>
            <a:endParaRPr lang="en-US">
              <a:solidFill>
                <a:srgbClr val="262626"/>
              </a:solidFill>
            </a:endParaRPr>
          </a:p>
          <a:p>
            <a:endParaRPr lang="en-US">
              <a:solidFill>
                <a:srgbClr val="262626"/>
              </a:solidFill>
            </a:endParaRPr>
          </a:p>
          <a:p>
            <a:endParaRPr lang="en-US">
              <a:solidFill>
                <a:srgbClr val="262626"/>
              </a:solidFill>
            </a:endParaRPr>
          </a:p>
          <a:p>
            <a:endParaRPr lang="en-US">
              <a:solidFill>
                <a:srgbClr val="262626"/>
              </a:solidFill>
            </a:endParaRPr>
          </a:p>
        </p:txBody>
      </p:sp>
      <p:pic>
        <p:nvPicPr>
          <p:cNvPr id="21" name="Image 20" descr="Une image contenant Police, texte, écriture manuscrite, blanc&#10;&#10;Le contenu généré par l’IA peut être incorrect.">
            <a:extLst>
              <a:ext uri="{FF2B5EF4-FFF2-40B4-BE49-F238E27FC236}">
                <a16:creationId xmlns:a16="http://schemas.microsoft.com/office/drawing/2014/main" id="{F621C2BE-9C39-913B-349F-B7BFA448F4BD}"/>
              </a:ext>
            </a:extLst>
          </p:cNvPr>
          <p:cNvPicPr>
            <a:picLocks noChangeAspect="1"/>
          </p:cNvPicPr>
          <p:nvPr/>
        </p:nvPicPr>
        <p:blipFill>
          <a:blip r:embed="rId4"/>
          <a:stretch>
            <a:fillRect/>
          </a:stretch>
        </p:blipFill>
        <p:spPr>
          <a:xfrm>
            <a:off x="9023460" y="1186684"/>
            <a:ext cx="1470792" cy="758717"/>
          </a:xfrm>
          <a:prstGeom prst="rect">
            <a:avLst/>
          </a:prstGeom>
        </p:spPr>
      </p:pic>
    </p:spTree>
    <p:extLst>
      <p:ext uri="{BB962C8B-B14F-4D97-AF65-F5344CB8AC3E}">
        <p14:creationId xmlns:p14="http://schemas.microsoft.com/office/powerpoint/2010/main" val="24434815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F1470D-C00A-2709-D024-9DD2705DA1A0}"/>
              </a:ext>
            </a:extLst>
          </p:cNvPr>
          <p:cNvSpPr>
            <a:spLocks noGrp="1"/>
          </p:cNvSpPr>
          <p:nvPr>
            <p:ph type="title"/>
          </p:nvPr>
        </p:nvSpPr>
        <p:spPr/>
        <p:txBody>
          <a:bodyPr/>
          <a:lstStyle/>
          <a:p>
            <a:r>
              <a:rPr lang="en-US" altLang="zh-CN">
                <a:latin typeface="Novecento sans wide UltraLight"/>
              </a:rPr>
              <a:t>Feature Engineering</a:t>
            </a:r>
            <a:endParaRPr lang="zh-CN" altLang="en-US"/>
          </a:p>
        </p:txBody>
      </p:sp>
      <p:sp>
        <p:nvSpPr>
          <p:cNvPr id="5" name="日期占位符 4">
            <a:extLst>
              <a:ext uri="{FF2B5EF4-FFF2-40B4-BE49-F238E27FC236}">
                <a16:creationId xmlns:a16="http://schemas.microsoft.com/office/drawing/2014/main" id="{59C7DCBF-9501-B395-163E-436C4FBA9DFD}"/>
              </a:ext>
            </a:extLst>
          </p:cNvPr>
          <p:cNvSpPr>
            <a:spLocks noGrp="1"/>
          </p:cNvSpPr>
          <p:nvPr>
            <p:ph type="dt" sz="half" idx="15"/>
          </p:nvPr>
        </p:nvSpPr>
        <p:spPr/>
        <p:txBody>
          <a:bodyPr/>
          <a:lstStyle/>
          <a:p>
            <a:fld id="{5D77077C-FEF9-4A07-92A0-31EDE9512421}" type="datetime1">
              <a:rPr lang="en-US" smtClean="0"/>
              <a:pPr/>
              <a:t>5/7/2026</a:t>
            </a:fld>
            <a:endParaRPr lang="en-GB"/>
          </a:p>
        </p:txBody>
      </p:sp>
      <p:sp>
        <p:nvSpPr>
          <p:cNvPr id="6" name="页脚占位符 5">
            <a:extLst>
              <a:ext uri="{FF2B5EF4-FFF2-40B4-BE49-F238E27FC236}">
                <a16:creationId xmlns:a16="http://schemas.microsoft.com/office/drawing/2014/main" id="{DCCBCAC0-3843-9A7C-59BF-D741778D7DA8}"/>
              </a:ext>
            </a:extLst>
          </p:cNvPr>
          <p:cNvSpPr>
            <a:spLocks noGrp="1"/>
          </p:cNvSpPr>
          <p:nvPr>
            <p:ph type="ftr" sz="quarter" idx="16"/>
          </p:nvPr>
        </p:nvSpPr>
        <p:spPr>
          <a:xfrm>
            <a:off x="1917471" y="6372270"/>
            <a:ext cx="8359487" cy="349361"/>
          </a:xfrm>
        </p:spPr>
        <p:txBody>
          <a:bodyPr/>
          <a:lstStyle/>
          <a:p>
            <a:pPr algn="l"/>
            <a:r>
              <a:rPr lang="fr-FR">
                <a:solidFill>
                  <a:schemeClr val="accent3"/>
                </a:solidFill>
              </a:rPr>
              <a:t>[2] Y. Chen, Temperature, storage, and natural gas futures prices.     [3] M. Boons &amp; M. Porras Prado, Basis-Momentum, J. Finance.</a:t>
            </a:r>
            <a:endParaRPr lang="en-GB">
              <a:solidFill>
                <a:schemeClr val="accent3"/>
              </a:solidFill>
            </a:endParaRPr>
          </a:p>
        </p:txBody>
      </p:sp>
      <p:sp>
        <p:nvSpPr>
          <p:cNvPr id="7" name="灯片编号占位符 6">
            <a:extLst>
              <a:ext uri="{FF2B5EF4-FFF2-40B4-BE49-F238E27FC236}">
                <a16:creationId xmlns:a16="http://schemas.microsoft.com/office/drawing/2014/main" id="{7B2BC52D-2A9E-051B-6467-6A98B84601E5}"/>
              </a:ext>
            </a:extLst>
          </p:cNvPr>
          <p:cNvSpPr>
            <a:spLocks noGrp="1"/>
          </p:cNvSpPr>
          <p:nvPr>
            <p:ph type="sldNum" sz="quarter" idx="17"/>
          </p:nvPr>
        </p:nvSpPr>
        <p:spPr/>
        <p:txBody>
          <a:bodyPr/>
          <a:lstStyle/>
          <a:p>
            <a:fld id="{225705C9-C93A-4611-A575-E7A979D414CC}" type="slidenum">
              <a:rPr lang="en-GB" smtClean="0"/>
              <a:pPr/>
              <a:t>8</a:t>
            </a:fld>
            <a:endParaRPr lang="en-GB"/>
          </a:p>
        </p:txBody>
      </p:sp>
      <p:sp>
        <p:nvSpPr>
          <p:cNvPr id="8" name="文本占位符 7">
            <a:extLst>
              <a:ext uri="{FF2B5EF4-FFF2-40B4-BE49-F238E27FC236}">
                <a16:creationId xmlns:a16="http://schemas.microsoft.com/office/drawing/2014/main" id="{7D31B4EC-BAC2-E213-BE41-21850D6ECF6D}"/>
              </a:ext>
            </a:extLst>
          </p:cNvPr>
          <p:cNvSpPr>
            <a:spLocks noGrp="1"/>
          </p:cNvSpPr>
          <p:nvPr>
            <p:ph type="body" sz="quarter" idx="20"/>
          </p:nvPr>
        </p:nvSpPr>
        <p:spPr/>
        <p:txBody>
          <a:bodyPr vert="horz" lIns="91440" tIns="45720" rIns="91440" bIns="45720" rtlCol="0" anchor="t">
            <a:noAutofit/>
          </a:bodyPr>
          <a:lstStyle/>
          <a:p>
            <a:r>
              <a:rPr lang="en-US" sz="1400" i="1"/>
              <a:t>~70 features grouped into 7 signal families — per-maturity (</a:t>
            </a:r>
            <a:r>
              <a:rPr lang="en-US" sz="1400" i="1" err="1"/>
              <a:t>i,t</a:t>
            </a:r>
            <a:r>
              <a:rPr lang="en-US" sz="1400" i="1"/>
              <a:t>) and date-level (t).</a:t>
            </a:r>
          </a:p>
        </p:txBody>
      </p:sp>
      <p:sp>
        <p:nvSpPr>
          <p:cNvPr id="11" name="Espace réservé du contenu 10">
            <a:extLst>
              <a:ext uri="{FF2B5EF4-FFF2-40B4-BE49-F238E27FC236}">
                <a16:creationId xmlns:a16="http://schemas.microsoft.com/office/drawing/2014/main" id="{D1A347AA-3724-C58E-B7CF-030387BA48BD}"/>
              </a:ext>
            </a:extLst>
          </p:cNvPr>
          <p:cNvSpPr>
            <a:spLocks noGrp="1"/>
          </p:cNvSpPr>
          <p:nvPr>
            <p:ph idx="14"/>
          </p:nvPr>
        </p:nvSpPr>
        <p:spPr/>
        <p:txBody>
          <a:bodyPr/>
          <a:lstStyle/>
          <a:p>
            <a:endParaRPr lang="fr-FR"/>
          </a:p>
        </p:txBody>
      </p:sp>
      <p:sp>
        <p:nvSpPr>
          <p:cNvPr id="13" name="Espace réservé du contenu 12">
            <a:extLst>
              <a:ext uri="{FF2B5EF4-FFF2-40B4-BE49-F238E27FC236}">
                <a16:creationId xmlns:a16="http://schemas.microsoft.com/office/drawing/2014/main" id="{47CA58AD-6FBE-500D-0E6C-A827976866B9}"/>
              </a:ext>
            </a:extLst>
          </p:cNvPr>
          <p:cNvSpPr>
            <a:spLocks noGrp="1"/>
          </p:cNvSpPr>
          <p:nvPr>
            <p:ph idx="1"/>
          </p:nvPr>
        </p:nvSpPr>
        <p:spPr/>
        <p:txBody>
          <a:bodyPr/>
          <a:lstStyle/>
          <a:p>
            <a:endParaRPr lang="fr-FR"/>
          </a:p>
        </p:txBody>
      </p:sp>
      <p:graphicFrame>
        <p:nvGraphicFramePr>
          <p:cNvPr id="15" name="Tableau 14">
            <a:extLst>
              <a:ext uri="{FF2B5EF4-FFF2-40B4-BE49-F238E27FC236}">
                <a16:creationId xmlns:a16="http://schemas.microsoft.com/office/drawing/2014/main" id="{D7F5001D-B658-4222-BC16-0F416DDFAB28}"/>
              </a:ext>
            </a:extLst>
          </p:cNvPr>
          <p:cNvGraphicFramePr>
            <a:graphicFrameLocks noGrp="1"/>
          </p:cNvGraphicFramePr>
          <p:nvPr>
            <p:extLst>
              <p:ext uri="{D42A27DB-BD31-4B8C-83A1-F6EECF244321}">
                <p14:modId xmlns:p14="http://schemas.microsoft.com/office/powerpoint/2010/main" val="943444607"/>
              </p:ext>
            </p:extLst>
          </p:nvPr>
        </p:nvGraphicFramePr>
        <p:xfrm>
          <a:off x="533400" y="1397000"/>
          <a:ext cx="11390489" cy="4800600"/>
        </p:xfrm>
        <a:graphic>
          <a:graphicData uri="http://schemas.openxmlformats.org/drawingml/2006/table">
            <a:tbl>
              <a:tblPr firstRow="1" bandRow="1">
                <a:tableStyleId>{5C22544A-7EE6-4342-B048-85BDC9FD1C3A}</a:tableStyleId>
              </a:tblPr>
              <a:tblGrid>
                <a:gridCol w="2075715">
                  <a:extLst>
                    <a:ext uri="{9D8B030D-6E8A-4147-A177-3AD203B41FA5}">
                      <a16:colId xmlns:a16="http://schemas.microsoft.com/office/drawing/2014/main" val="1479497471"/>
                    </a:ext>
                  </a:extLst>
                </a:gridCol>
                <a:gridCol w="1232456">
                  <a:extLst>
                    <a:ext uri="{9D8B030D-6E8A-4147-A177-3AD203B41FA5}">
                      <a16:colId xmlns:a16="http://schemas.microsoft.com/office/drawing/2014/main" val="2797912683"/>
                    </a:ext>
                  </a:extLst>
                </a:gridCol>
                <a:gridCol w="8082318">
                  <a:extLst>
                    <a:ext uri="{9D8B030D-6E8A-4147-A177-3AD203B41FA5}">
                      <a16:colId xmlns:a16="http://schemas.microsoft.com/office/drawing/2014/main" val="2874825551"/>
                    </a:ext>
                  </a:extLst>
                </a:gridCol>
              </a:tblGrid>
              <a:tr h="355600">
                <a:tc>
                  <a:txBody>
                    <a:bodyPr/>
                    <a:lstStyle/>
                    <a:p>
                      <a:pPr algn="ctr"/>
                      <a:r>
                        <a:rPr lang="fr-FR" sz="1300" b="1">
                          <a:solidFill>
                            <a:srgbClr val="FFFFFF"/>
                          </a:solidFill>
                        </a:rPr>
                        <a:t>Family</a:t>
                      </a:r>
                    </a:p>
                  </a:txBody>
                  <a:tcPr anchor="ctr">
                    <a:solidFill>
                      <a:srgbClr val="1F4E79"/>
                    </a:solidFill>
                  </a:tcPr>
                </a:tc>
                <a:tc>
                  <a:txBody>
                    <a:bodyPr/>
                    <a:lstStyle/>
                    <a:p>
                      <a:pPr algn="ctr"/>
                      <a:r>
                        <a:rPr lang="fr-FR" sz="1300" b="1">
                          <a:solidFill>
                            <a:srgbClr val="FFFFFF"/>
                          </a:solidFill>
                        </a:rPr>
                        <a:t>Scope</a:t>
                      </a:r>
                    </a:p>
                  </a:txBody>
                  <a:tcPr anchor="ctr">
                    <a:solidFill>
                      <a:srgbClr val="1F4E79"/>
                    </a:solidFill>
                  </a:tcPr>
                </a:tc>
                <a:tc>
                  <a:txBody>
                    <a:bodyPr/>
                    <a:lstStyle/>
                    <a:p>
                      <a:pPr algn="ctr"/>
                      <a:r>
                        <a:rPr lang="fr-FR" sz="1300" b="1">
                          <a:solidFill>
                            <a:srgbClr val="FFFFFF"/>
                          </a:solidFill>
                        </a:rPr>
                        <a:t>Description</a:t>
                      </a:r>
                    </a:p>
                  </a:txBody>
                  <a:tcPr anchor="ctr">
                    <a:solidFill>
                      <a:srgbClr val="1F4E79"/>
                    </a:solidFill>
                  </a:tcPr>
                </a:tc>
                <a:extLst>
                  <a:ext uri="{0D108BD9-81ED-4DB2-BD59-A6C34878D82A}">
                    <a16:rowId xmlns:a16="http://schemas.microsoft.com/office/drawing/2014/main" val="3105231278"/>
                  </a:ext>
                </a:extLst>
              </a:tr>
              <a:tr h="635000">
                <a:tc>
                  <a:txBody>
                    <a:bodyPr/>
                    <a:lstStyle/>
                    <a:p>
                      <a:pPr algn="l"/>
                      <a:r>
                        <a:rPr lang="fr-FR" sz="1100" b="1"/>
                        <a:t>Curve Shape</a:t>
                      </a:r>
                    </a:p>
                  </a:txBody>
                  <a:tcPr anchor="ctr"/>
                </a:tc>
                <a:tc>
                  <a:txBody>
                    <a:bodyPr/>
                    <a:lstStyle/>
                    <a:p>
                      <a:pPr algn="ctr"/>
                      <a:r>
                        <a:rPr lang="fr-FR" sz="1100" dirty="0"/>
                        <a:t>Per </a:t>
                      </a:r>
                      <a:r>
                        <a:rPr lang="fr-FR" sz="1100" dirty="0" err="1"/>
                        <a:t>maturity</a:t>
                      </a:r>
                    </a:p>
                  </a:txBody>
                  <a:tcPr anchor="ctr"/>
                </a:tc>
                <a:tc>
                  <a:txBody>
                    <a:bodyPr/>
                    <a:lstStyle/>
                    <a:p>
                      <a:pPr algn="l"/>
                      <a:r>
                        <a:rPr lang="fr-FR" sz="1100" dirty="0"/>
                        <a:t>Local </a:t>
                      </a:r>
                      <a:r>
                        <a:rPr lang="fr-FR" sz="1100" dirty="0" err="1"/>
                        <a:t>slope</a:t>
                      </a:r>
                      <a:r>
                        <a:rPr lang="fr-FR" sz="1100" dirty="0"/>
                        <a:t> and </a:t>
                      </a:r>
                      <a:r>
                        <a:rPr lang="fr-FR" sz="1100" dirty="0" err="1"/>
                        <a:t>curvature</a:t>
                      </a:r>
                      <a:r>
                        <a:rPr lang="fr-FR" sz="1100" dirty="0"/>
                        <a:t> at </a:t>
                      </a:r>
                      <a:r>
                        <a:rPr lang="fr-FR" sz="1100" dirty="0" err="1"/>
                        <a:t>each</a:t>
                      </a:r>
                      <a:r>
                        <a:rPr lang="fr-FR" sz="1100" dirty="0"/>
                        <a:t> point on the </a:t>
                      </a:r>
                      <a:r>
                        <a:rPr lang="fr-FR" sz="1100" dirty="0" err="1"/>
                        <a:t>forward</a:t>
                      </a:r>
                      <a:r>
                        <a:rPr lang="fr-FR" sz="1100" dirty="0"/>
                        <a:t> </a:t>
                      </a:r>
                      <a:r>
                        <a:rPr lang="fr-FR" sz="1100" dirty="0" err="1"/>
                        <a:t>curve</a:t>
                      </a:r>
                      <a:r>
                        <a:rPr lang="fr-FR" sz="1100" dirty="0"/>
                        <a:t>; </a:t>
                      </a:r>
                      <a:r>
                        <a:rPr lang="fr-FR" sz="1100" dirty="0" err="1"/>
                        <a:t>deviation</a:t>
                      </a:r>
                      <a:r>
                        <a:rPr lang="fr-FR" sz="1100" dirty="0"/>
                        <a:t> of </a:t>
                      </a:r>
                      <a:r>
                        <a:rPr lang="fr-FR" sz="1100" dirty="0" err="1"/>
                        <a:t>contract</a:t>
                      </a:r>
                      <a:r>
                        <a:rPr lang="fr-FR" sz="1100" dirty="0"/>
                        <a:t> </a:t>
                      </a:r>
                      <a:r>
                        <a:rPr lang="fr-FR" sz="1100" dirty="0" err="1"/>
                        <a:t>from</a:t>
                      </a:r>
                      <a:r>
                        <a:rPr lang="fr-FR" sz="1100" dirty="0"/>
                        <a:t> the </a:t>
                      </a:r>
                      <a:r>
                        <a:rPr lang="fr-FR" sz="1100" dirty="0" err="1"/>
                        <a:t>curve</a:t>
                      </a:r>
                      <a:r>
                        <a:rPr lang="fr-FR" sz="1100" dirty="0"/>
                        <a:t> </a:t>
                      </a:r>
                      <a:r>
                        <a:rPr lang="fr-FR" sz="1100" dirty="0" err="1"/>
                        <a:t>mean</a:t>
                      </a:r>
                      <a:r>
                        <a:rPr lang="fr-FR" sz="1100" dirty="0"/>
                        <a:t>; change in local </a:t>
                      </a:r>
                      <a:r>
                        <a:rPr lang="fr-FR" sz="1100" dirty="0" err="1"/>
                        <a:t>slope</a:t>
                      </a:r>
                      <a:r>
                        <a:rPr lang="fr-FR" sz="1100" dirty="0"/>
                        <a:t>.</a:t>
                      </a:r>
                    </a:p>
                  </a:txBody>
                  <a:tcPr anchor="ctr"/>
                </a:tc>
                <a:extLst>
                  <a:ext uri="{0D108BD9-81ED-4DB2-BD59-A6C34878D82A}">
                    <a16:rowId xmlns:a16="http://schemas.microsoft.com/office/drawing/2014/main" val="783674524"/>
                  </a:ext>
                </a:extLst>
              </a:tr>
              <a:tr h="635000">
                <a:tc>
                  <a:txBody>
                    <a:bodyPr/>
                    <a:lstStyle/>
                    <a:p>
                      <a:pPr algn="l"/>
                      <a:r>
                        <a:rPr lang="fr-FR" sz="1100" b="1" dirty="0"/>
                        <a:t>PCA </a:t>
                      </a:r>
                      <a:r>
                        <a:rPr lang="fr-FR" sz="1100" b="1" dirty="0" err="1"/>
                        <a:t>Residual</a:t>
                      </a:r>
                      <a:r>
                        <a:rPr lang="fr-FR" sz="1100" b="1" dirty="0"/>
                        <a:t> Signal</a:t>
                      </a:r>
                    </a:p>
                  </a:txBody>
                  <a:tcPr anchor="ctr"/>
                </a:tc>
                <a:tc>
                  <a:txBody>
                    <a:bodyPr/>
                    <a:lstStyle/>
                    <a:p>
                      <a:pPr algn="ctr"/>
                      <a:r>
                        <a:rPr lang="fr-FR" sz="1100" dirty="0"/>
                        <a:t>Per </a:t>
                      </a:r>
                      <a:r>
                        <a:rPr lang="fr-FR" sz="1100" dirty="0" err="1"/>
                        <a:t>maturity</a:t>
                      </a:r>
                    </a:p>
                  </a:txBody>
                  <a:tcPr anchor="ctr"/>
                </a:tc>
                <a:tc>
                  <a:txBody>
                    <a:bodyPr/>
                    <a:lstStyle/>
                    <a:p>
                      <a:pPr algn="l"/>
                      <a:r>
                        <a:rPr lang="fr-FR" sz="1100" dirty="0"/>
                        <a:t>Current </a:t>
                      </a:r>
                      <a:r>
                        <a:rPr lang="fr-FR" sz="1100" dirty="0" err="1"/>
                        <a:t>idiosyncratic</a:t>
                      </a:r>
                      <a:r>
                        <a:rPr lang="fr-FR" sz="1100" dirty="0"/>
                        <a:t> dislocation </a:t>
                      </a:r>
                      <a:r>
                        <a:rPr lang="fr-FR" sz="1100" dirty="0" err="1"/>
                        <a:t>level</a:t>
                      </a:r>
                      <a:r>
                        <a:rPr lang="fr-FR" sz="1100" dirty="0"/>
                        <a:t> and z-score; short-</a:t>
                      </a:r>
                      <a:r>
                        <a:rPr lang="fr-FR" sz="1100" dirty="0" err="1"/>
                        <a:t>term</a:t>
                      </a:r>
                      <a:r>
                        <a:rPr lang="fr-FR" sz="1100" dirty="0"/>
                        <a:t> </a:t>
                      </a:r>
                      <a:r>
                        <a:rPr lang="fr-FR" sz="1100" dirty="0" err="1"/>
                        <a:t>mean-reversion</a:t>
                      </a:r>
                      <a:r>
                        <a:rPr lang="fr-FR" sz="1100" dirty="0"/>
                        <a:t> </a:t>
                      </a:r>
                      <a:r>
                        <a:rPr lang="fr-FR" sz="1100" dirty="0" err="1"/>
                        <a:t>tendency</a:t>
                      </a:r>
                      <a:r>
                        <a:rPr lang="fr-FR" sz="1100" dirty="0"/>
                        <a:t>; </a:t>
                      </a:r>
                      <a:r>
                        <a:rPr lang="fr-FR" sz="1100" dirty="0" err="1"/>
                        <a:t>residual</a:t>
                      </a:r>
                      <a:r>
                        <a:rPr lang="fr-FR" sz="1100" dirty="0"/>
                        <a:t> relative to the cross-sectional </a:t>
                      </a:r>
                      <a:r>
                        <a:rPr lang="fr-FR" sz="1100" dirty="0" err="1"/>
                        <a:t>average</a:t>
                      </a:r>
                      <a:r>
                        <a:rPr lang="fr-FR" sz="1100" dirty="0"/>
                        <a:t>.</a:t>
                      </a:r>
                    </a:p>
                  </a:txBody>
                  <a:tcPr anchor="ctr"/>
                </a:tc>
                <a:extLst>
                  <a:ext uri="{0D108BD9-81ED-4DB2-BD59-A6C34878D82A}">
                    <a16:rowId xmlns:a16="http://schemas.microsoft.com/office/drawing/2014/main" val="698062687"/>
                  </a:ext>
                </a:extLst>
              </a:tr>
              <a:tr h="635000">
                <a:tc>
                  <a:txBody>
                    <a:bodyPr/>
                    <a:lstStyle/>
                    <a:p>
                      <a:pPr algn="l"/>
                      <a:r>
                        <a:rPr lang="fr-FR" sz="1100" b="1"/>
                        <a:t>Factor Dynamics</a:t>
                      </a:r>
                    </a:p>
                  </a:txBody>
                  <a:tcPr anchor="ctr"/>
                </a:tc>
                <a:tc>
                  <a:txBody>
                    <a:bodyPr/>
                    <a:lstStyle/>
                    <a:p>
                      <a:pPr algn="ctr"/>
                      <a:r>
                        <a:rPr lang="fr-FR" sz="1100" dirty="0"/>
                        <a:t>Date-</a:t>
                      </a:r>
                      <a:r>
                        <a:rPr lang="fr-FR" sz="1100" dirty="0" err="1"/>
                        <a:t>level</a:t>
                      </a:r>
                    </a:p>
                  </a:txBody>
                  <a:tcPr anchor="ctr"/>
                </a:tc>
                <a:tc>
                  <a:txBody>
                    <a:bodyPr/>
                    <a:lstStyle/>
                    <a:p>
                      <a:pPr algn="l"/>
                      <a:r>
                        <a:rPr lang="fr-FR" sz="1100" dirty="0"/>
                        <a:t>Level, </a:t>
                      </a:r>
                      <a:r>
                        <a:rPr lang="fr-FR" sz="1100" dirty="0" err="1"/>
                        <a:t>slope</a:t>
                      </a:r>
                      <a:r>
                        <a:rPr lang="fr-FR" sz="1100" dirty="0"/>
                        <a:t>, and </a:t>
                      </a:r>
                      <a:r>
                        <a:rPr lang="fr-FR" sz="1100" dirty="0" err="1"/>
                        <a:t>curvature</a:t>
                      </a:r>
                      <a:r>
                        <a:rPr lang="fr-FR" sz="1100" dirty="0"/>
                        <a:t> </a:t>
                      </a:r>
                      <a:r>
                        <a:rPr lang="fr-FR" sz="1100" dirty="0" err="1"/>
                        <a:t>momentum</a:t>
                      </a:r>
                      <a:r>
                        <a:rPr lang="fr-FR" sz="1100" dirty="0"/>
                        <a:t> and </a:t>
                      </a:r>
                      <a:r>
                        <a:rPr lang="fr-FR" sz="1100" dirty="0" err="1"/>
                        <a:t>realized</a:t>
                      </a:r>
                      <a:r>
                        <a:rPr lang="fr-FR" sz="1100" dirty="0"/>
                        <a:t> vol; </a:t>
                      </a:r>
                      <a:r>
                        <a:rPr lang="fr-FR" sz="1100" dirty="0" err="1"/>
                        <a:t>explained</a:t>
                      </a:r>
                      <a:r>
                        <a:rPr lang="fr-FR" sz="1100" dirty="0"/>
                        <a:t> variance ratio as a </a:t>
                      </a:r>
                      <a:r>
                        <a:rPr lang="fr-FR" sz="1100" dirty="0" err="1"/>
                        <a:t>regime</a:t>
                      </a:r>
                      <a:r>
                        <a:rPr lang="fr-FR" sz="1100" dirty="0"/>
                        <a:t> </a:t>
                      </a:r>
                      <a:r>
                        <a:rPr lang="fr-FR" sz="1100" dirty="0" err="1"/>
                        <a:t>indicator</a:t>
                      </a:r>
                      <a:r>
                        <a:rPr lang="fr-FR" sz="1100" dirty="0"/>
                        <a:t>.</a:t>
                      </a:r>
                    </a:p>
                  </a:txBody>
                  <a:tcPr anchor="ctr"/>
                </a:tc>
                <a:extLst>
                  <a:ext uri="{0D108BD9-81ED-4DB2-BD59-A6C34878D82A}">
                    <a16:rowId xmlns:a16="http://schemas.microsoft.com/office/drawing/2014/main" val="3944150029"/>
                  </a:ext>
                </a:extLst>
              </a:tr>
              <a:tr h="635000">
                <a:tc>
                  <a:txBody>
                    <a:bodyPr/>
                    <a:lstStyle/>
                    <a:p>
                      <a:pPr algn="l"/>
                      <a:r>
                        <a:rPr lang="fr-FR" sz="1100" b="1"/>
                        <a:t>Fundamental — Storage</a:t>
                      </a:r>
                    </a:p>
                  </a:txBody>
                  <a:tcPr anchor="ctr"/>
                </a:tc>
                <a:tc>
                  <a:txBody>
                    <a:bodyPr/>
                    <a:lstStyle/>
                    <a:p>
                      <a:pPr algn="ctr"/>
                      <a:r>
                        <a:rPr lang="fr-FR" sz="1100" dirty="0"/>
                        <a:t>Date-</a:t>
                      </a:r>
                      <a:r>
                        <a:rPr lang="fr-FR" sz="1100" dirty="0" err="1"/>
                        <a:t>level</a:t>
                      </a:r>
                    </a:p>
                  </a:txBody>
                  <a:tcPr anchor="ctr"/>
                </a:tc>
                <a:tc>
                  <a:txBody>
                    <a:bodyPr/>
                    <a:lstStyle/>
                    <a:p>
                      <a:pPr algn="l"/>
                      <a:r>
                        <a:rPr lang="fr-FR" sz="1100" dirty="0"/>
                        <a:t>EIA </a:t>
                      </a:r>
                      <a:r>
                        <a:rPr lang="fr-FR" sz="1100" dirty="0" err="1"/>
                        <a:t>weekly</a:t>
                      </a:r>
                      <a:r>
                        <a:rPr lang="fr-FR" sz="1100" dirty="0"/>
                        <a:t> </a:t>
                      </a:r>
                      <a:r>
                        <a:rPr lang="fr-FR" sz="1100" dirty="0" err="1"/>
                        <a:t>inventory</a:t>
                      </a:r>
                      <a:r>
                        <a:rPr lang="fr-FR" sz="1100" dirty="0"/>
                        <a:t> vs. 5-year </a:t>
                      </a:r>
                      <a:r>
                        <a:rPr lang="fr-FR" sz="1100" dirty="0" err="1"/>
                        <a:t>seasonal</a:t>
                      </a:r>
                      <a:r>
                        <a:rPr lang="fr-FR" sz="1100" dirty="0"/>
                        <a:t> </a:t>
                      </a:r>
                      <a:r>
                        <a:rPr lang="fr-FR" sz="1100" dirty="0" err="1"/>
                        <a:t>norm</a:t>
                      </a:r>
                      <a:r>
                        <a:rPr lang="fr-FR" sz="1100" dirty="0"/>
                        <a:t>; </a:t>
                      </a:r>
                      <a:r>
                        <a:rPr lang="fr-FR" sz="1100" dirty="0" err="1"/>
                        <a:t>unexpected</a:t>
                      </a:r>
                      <a:r>
                        <a:rPr lang="fr-FR" sz="1100" dirty="0"/>
                        <a:t> </a:t>
                      </a:r>
                      <a:r>
                        <a:rPr lang="fr-FR" sz="1100" dirty="0" err="1"/>
                        <a:t>weekly</a:t>
                      </a:r>
                      <a:r>
                        <a:rPr lang="fr-FR" sz="1100" dirty="0"/>
                        <a:t> change; EIA </a:t>
                      </a:r>
                      <a:r>
                        <a:rPr lang="fr-FR" sz="1100" dirty="0" err="1"/>
                        <a:t>announcement</a:t>
                      </a:r>
                      <a:r>
                        <a:rPr lang="fr-FR" sz="1100" dirty="0"/>
                        <a:t> </a:t>
                      </a:r>
                      <a:r>
                        <a:rPr lang="fr-FR" sz="1100" dirty="0" err="1"/>
                        <a:t>days</a:t>
                      </a:r>
                      <a:r>
                        <a:rPr lang="fr-FR" sz="1100" dirty="0"/>
                        <a:t>.</a:t>
                      </a:r>
                      <a:endParaRPr lang="fr-FR" dirty="0"/>
                    </a:p>
                  </a:txBody>
                  <a:tcPr anchor="ctr"/>
                </a:tc>
                <a:extLst>
                  <a:ext uri="{0D108BD9-81ED-4DB2-BD59-A6C34878D82A}">
                    <a16:rowId xmlns:a16="http://schemas.microsoft.com/office/drawing/2014/main" val="1884367202"/>
                  </a:ext>
                </a:extLst>
              </a:tr>
              <a:tr h="635000">
                <a:tc>
                  <a:txBody>
                    <a:bodyPr/>
                    <a:lstStyle/>
                    <a:p>
                      <a:pPr algn="l"/>
                      <a:r>
                        <a:rPr lang="fr-FR" sz="1100" b="1"/>
                        <a:t>Fundamental — Weather</a:t>
                      </a:r>
                    </a:p>
                  </a:txBody>
                  <a:tcPr anchor="ctr"/>
                </a:tc>
                <a:tc>
                  <a:txBody>
                    <a:bodyPr/>
                    <a:lstStyle/>
                    <a:p>
                      <a:pPr algn="ctr"/>
                      <a:r>
                        <a:rPr lang="fr-FR" sz="1100" dirty="0"/>
                        <a:t>Date-</a:t>
                      </a:r>
                      <a:r>
                        <a:rPr lang="fr-FR" sz="1100" dirty="0" err="1"/>
                        <a:t>level</a:t>
                      </a:r>
                    </a:p>
                  </a:txBody>
                  <a:tcPr anchor="ctr"/>
                </a:tc>
                <a:tc>
                  <a:txBody>
                    <a:bodyPr/>
                    <a:lstStyle/>
                    <a:p>
                      <a:pPr algn="l"/>
                      <a:r>
                        <a:rPr lang="fr-FR" sz="1100" dirty="0"/>
                        <a:t>HDD / CDD </a:t>
                      </a:r>
                      <a:r>
                        <a:rPr lang="fr-FR" sz="1100" dirty="0" err="1"/>
                        <a:t>deviation</a:t>
                      </a:r>
                      <a:r>
                        <a:rPr lang="fr-FR" sz="1100" dirty="0"/>
                        <a:t> </a:t>
                      </a:r>
                      <a:r>
                        <a:rPr lang="fr-FR" sz="1100" dirty="0" err="1"/>
                        <a:t>from</a:t>
                      </a:r>
                      <a:r>
                        <a:rPr lang="fr-FR" sz="1100" dirty="0"/>
                        <a:t> 4-year </a:t>
                      </a:r>
                      <a:r>
                        <a:rPr lang="fr-FR" sz="1100" dirty="0" err="1"/>
                        <a:t>climate</a:t>
                      </a:r>
                      <a:r>
                        <a:rPr lang="fr-FR" sz="1100" dirty="0"/>
                        <a:t> </a:t>
                      </a:r>
                      <a:r>
                        <a:rPr lang="fr-FR" sz="1100" dirty="0" err="1"/>
                        <a:t>baseline</a:t>
                      </a:r>
                      <a:r>
                        <a:rPr lang="fr-FR" sz="1100" dirty="0"/>
                        <a:t>; ARMAX </a:t>
                      </a:r>
                      <a:r>
                        <a:rPr lang="fr-FR" sz="1100" dirty="0" err="1"/>
                        <a:t>expected</a:t>
                      </a:r>
                      <a:r>
                        <a:rPr lang="fr-FR" sz="1100" dirty="0"/>
                        <a:t> vs </a:t>
                      </a:r>
                      <a:r>
                        <a:rPr lang="fr-FR" sz="1100" dirty="0" err="1"/>
                        <a:t>unexpected</a:t>
                      </a:r>
                      <a:r>
                        <a:rPr lang="fr-FR" sz="1100" dirty="0"/>
                        <a:t> </a:t>
                      </a:r>
                      <a:r>
                        <a:rPr lang="fr-FR" sz="1100" dirty="0" err="1"/>
                        <a:t>temperature</a:t>
                      </a:r>
                      <a:r>
                        <a:rPr lang="fr-FR" sz="1100" dirty="0"/>
                        <a:t>; 5-day </a:t>
                      </a:r>
                      <a:r>
                        <a:rPr lang="fr-FR" sz="1100" dirty="0" err="1"/>
                        <a:t>forecast</a:t>
                      </a:r>
                      <a:r>
                        <a:rPr lang="fr-FR" sz="1100" dirty="0"/>
                        <a:t> </a:t>
                      </a:r>
                      <a:r>
                        <a:rPr lang="fr-FR" sz="1100" dirty="0" err="1"/>
                        <a:t>shock</a:t>
                      </a:r>
                      <a:r>
                        <a:rPr lang="fr-FR" sz="1100" dirty="0"/>
                        <a:t> vs </a:t>
                      </a:r>
                      <a:r>
                        <a:rPr lang="fr-FR" sz="1100" dirty="0" err="1"/>
                        <a:t>seasonal</a:t>
                      </a:r>
                      <a:r>
                        <a:rPr lang="fr-FR" sz="1100" dirty="0"/>
                        <a:t> </a:t>
                      </a:r>
                      <a:r>
                        <a:rPr lang="fr-FR" sz="1100" dirty="0" err="1"/>
                        <a:t>average</a:t>
                      </a:r>
                      <a:r>
                        <a:rPr lang="fr-FR" sz="1100" dirty="0"/>
                        <a:t>.</a:t>
                      </a:r>
                    </a:p>
                  </a:txBody>
                  <a:tcPr anchor="ctr"/>
                </a:tc>
                <a:extLst>
                  <a:ext uri="{0D108BD9-81ED-4DB2-BD59-A6C34878D82A}">
                    <a16:rowId xmlns:a16="http://schemas.microsoft.com/office/drawing/2014/main" val="544872008"/>
                  </a:ext>
                </a:extLst>
              </a:tr>
              <a:tr h="635000">
                <a:tc>
                  <a:txBody>
                    <a:bodyPr/>
                    <a:lstStyle/>
                    <a:p>
                      <a:pPr algn="l"/>
                      <a:r>
                        <a:rPr lang="fr-FR" sz="1100" b="1"/>
                        <a:t>Macro &amp; Cross-Asset</a:t>
                      </a:r>
                    </a:p>
                  </a:txBody>
                  <a:tcPr anchor="ctr"/>
                </a:tc>
                <a:tc>
                  <a:txBody>
                    <a:bodyPr/>
                    <a:lstStyle/>
                    <a:p>
                      <a:pPr algn="ctr"/>
                      <a:r>
                        <a:rPr lang="fr-FR" sz="1100" dirty="0"/>
                        <a:t>Date-</a:t>
                      </a:r>
                      <a:r>
                        <a:rPr lang="fr-FR" sz="1100" dirty="0" err="1"/>
                        <a:t>level</a:t>
                      </a:r>
                    </a:p>
                  </a:txBody>
                  <a:tcPr anchor="ctr"/>
                </a:tc>
                <a:tc>
                  <a:txBody>
                    <a:bodyPr/>
                    <a:lstStyle/>
                    <a:p>
                      <a:pPr algn="l"/>
                      <a:r>
                        <a:rPr lang="fr-FR" sz="1100" dirty="0" err="1"/>
                        <a:t>Crude</a:t>
                      </a:r>
                      <a:r>
                        <a:rPr lang="fr-FR" sz="1100" dirty="0"/>
                        <a:t> </a:t>
                      </a:r>
                      <a:r>
                        <a:rPr lang="fr-FR" sz="1100" dirty="0" err="1"/>
                        <a:t>oil</a:t>
                      </a:r>
                      <a:r>
                        <a:rPr lang="fr-FR" sz="1100" dirty="0"/>
                        <a:t> </a:t>
                      </a:r>
                      <a:r>
                        <a:rPr lang="fr-FR" sz="1100" dirty="0" err="1"/>
                        <a:t>momentum</a:t>
                      </a:r>
                      <a:r>
                        <a:rPr lang="fr-FR" sz="1100" dirty="0"/>
                        <a:t>; </a:t>
                      </a:r>
                      <a:r>
                        <a:rPr lang="fr-FR" sz="1100" dirty="0" err="1"/>
                        <a:t>energy</a:t>
                      </a:r>
                      <a:r>
                        <a:rPr lang="fr-FR" sz="1100" dirty="0"/>
                        <a:t> </a:t>
                      </a:r>
                      <a:r>
                        <a:rPr lang="fr-FR" sz="1100" dirty="0" err="1"/>
                        <a:t>volatility</a:t>
                      </a:r>
                      <a:r>
                        <a:rPr lang="fr-FR" sz="1100" dirty="0"/>
                        <a:t> </a:t>
                      </a:r>
                      <a:r>
                        <a:rPr lang="fr-FR" sz="1100" dirty="0" err="1"/>
                        <a:t>regime</a:t>
                      </a:r>
                      <a:r>
                        <a:rPr lang="fr-FR" sz="1100" dirty="0"/>
                        <a:t>;  </a:t>
                      </a:r>
                      <a:r>
                        <a:rPr lang="fr-FR" sz="1100" dirty="0" err="1"/>
                        <a:t>equity</a:t>
                      </a:r>
                      <a:r>
                        <a:rPr lang="fr-FR" sz="1100" dirty="0"/>
                        <a:t> </a:t>
                      </a:r>
                      <a:r>
                        <a:rPr lang="fr-FR" sz="1100" dirty="0" err="1"/>
                        <a:t>risk</a:t>
                      </a:r>
                      <a:r>
                        <a:rPr lang="fr-FR" sz="1100" dirty="0"/>
                        <a:t> sentiment (VIX); </a:t>
                      </a:r>
                      <a:r>
                        <a:rPr lang="fr-FR" sz="1100" dirty="0" err="1"/>
                        <a:t>funding</a:t>
                      </a:r>
                      <a:r>
                        <a:rPr lang="fr-FR" sz="1100" dirty="0"/>
                        <a:t> conditions (T-Bill);  </a:t>
                      </a:r>
                      <a:r>
                        <a:rPr lang="fr-FR" sz="1100" b="0" dirty="0"/>
                        <a:t>TTF–Henry Hub &amp; JKM-HH spreads.</a:t>
                      </a:r>
                    </a:p>
                  </a:txBody>
                  <a:tcPr anchor="ctr"/>
                </a:tc>
                <a:extLst>
                  <a:ext uri="{0D108BD9-81ED-4DB2-BD59-A6C34878D82A}">
                    <a16:rowId xmlns:a16="http://schemas.microsoft.com/office/drawing/2014/main" val="2675974202"/>
                  </a:ext>
                </a:extLst>
              </a:tr>
              <a:tr h="635000">
                <a:tc>
                  <a:txBody>
                    <a:bodyPr/>
                    <a:lstStyle/>
                    <a:p>
                      <a:pPr lvl="0" algn="l">
                        <a:buNone/>
                      </a:pPr>
                      <a:r>
                        <a:rPr lang="fr-FR" sz="1100" b="1"/>
                        <a:t>Calendar</a:t>
                      </a:r>
                      <a:r>
                        <a:rPr lang="fr-FR" sz="1100" b="1" dirty="0"/>
                        <a:t> </a:t>
                      </a:r>
                    </a:p>
                  </a:txBody>
                  <a:tcPr anchor="ctr"/>
                </a:tc>
                <a:tc>
                  <a:txBody>
                    <a:bodyPr/>
                    <a:lstStyle/>
                    <a:p>
                      <a:pPr lvl="0" algn="ctr">
                        <a:buNone/>
                      </a:pPr>
                      <a:r>
                        <a:rPr lang="fr-FR" sz="1100" dirty="0"/>
                        <a:t>Per-</a:t>
                      </a:r>
                      <a:r>
                        <a:rPr lang="fr-FR" sz="1100" dirty="0" err="1"/>
                        <a:t>Maturity</a:t>
                      </a:r>
                    </a:p>
                  </a:txBody>
                  <a:tcPr anchor="ctr"/>
                </a:tc>
                <a:tc>
                  <a:txBody>
                    <a:bodyPr/>
                    <a:lstStyle/>
                    <a:p>
                      <a:pPr lvl="0" algn="l">
                        <a:buNone/>
                      </a:pPr>
                      <a:r>
                        <a:rPr lang="fr-FR" sz="1100" b="0" i="0" u="none" strike="noStrike" noProof="0" dirty="0" err="1">
                          <a:solidFill>
                            <a:schemeClr val="tx1"/>
                          </a:solidFill>
                          <a:latin typeface="Myriad Set Pro"/>
                        </a:rPr>
                        <a:t>Month</a:t>
                      </a:r>
                      <a:r>
                        <a:rPr lang="fr-FR" sz="1100" b="0" i="0" u="none" strike="noStrike" noProof="0" dirty="0">
                          <a:solidFill>
                            <a:schemeClr val="tx1"/>
                          </a:solidFill>
                          <a:latin typeface="Myriad Set Pro"/>
                        </a:rPr>
                        <a:t>-of-</a:t>
                      </a:r>
                      <a:r>
                        <a:rPr lang="fr-FR" sz="1100" b="0" i="0" u="none" strike="noStrike" noProof="0" dirty="0" err="1">
                          <a:solidFill>
                            <a:schemeClr val="tx1"/>
                          </a:solidFill>
                          <a:latin typeface="Myriad Set Pro"/>
                        </a:rPr>
                        <a:t>year</a:t>
                      </a:r>
                      <a:r>
                        <a:rPr lang="fr-FR" sz="1100" b="0" i="0" u="none" strike="noStrike" noProof="0" dirty="0">
                          <a:solidFill>
                            <a:schemeClr val="tx1"/>
                          </a:solidFill>
                          <a:latin typeface="Myriad Set Pro"/>
                        </a:rPr>
                        <a:t> </a:t>
                      </a:r>
                      <a:r>
                        <a:rPr lang="fr-FR" sz="1100" b="0" i="0" u="none" strike="noStrike" noProof="0" dirty="0" err="1">
                          <a:solidFill>
                            <a:schemeClr val="tx1"/>
                          </a:solidFill>
                          <a:latin typeface="Myriad Set Pro"/>
                        </a:rPr>
                        <a:t>seasonality</a:t>
                      </a:r>
                      <a:r>
                        <a:rPr lang="fr-FR" sz="1100" b="0" i="0" u="none" strike="noStrike" noProof="0" dirty="0">
                          <a:solidFill>
                            <a:schemeClr val="tx1"/>
                          </a:solidFill>
                          <a:latin typeface="Myriad Set Pro"/>
                        </a:rPr>
                        <a:t>; injection vs </a:t>
                      </a:r>
                      <a:r>
                        <a:rPr lang="fr-FR" sz="1100" b="0" i="0" u="none" strike="noStrike" noProof="0" dirty="0" err="1">
                          <a:solidFill>
                            <a:schemeClr val="tx1"/>
                          </a:solidFill>
                          <a:latin typeface="Myriad Set Pro"/>
                        </a:rPr>
                        <a:t>withdrawal</a:t>
                      </a:r>
                      <a:r>
                        <a:rPr lang="fr-FR" sz="1100" b="0" i="0" u="none" strike="noStrike" noProof="0" dirty="0">
                          <a:solidFill>
                            <a:schemeClr val="tx1"/>
                          </a:solidFill>
                          <a:latin typeface="Myriad Set Pro"/>
                        </a:rPr>
                        <a:t> </a:t>
                      </a:r>
                      <a:r>
                        <a:rPr lang="fr-FR" sz="1100" b="0" i="0" u="none" strike="noStrike" noProof="0" dirty="0" err="1">
                          <a:solidFill>
                            <a:schemeClr val="tx1"/>
                          </a:solidFill>
                          <a:latin typeface="Myriad Set Pro"/>
                        </a:rPr>
                        <a:t>season</a:t>
                      </a:r>
                      <a:r>
                        <a:rPr lang="fr-FR" sz="1100" b="0" i="0" u="none" strike="noStrike" noProof="0" dirty="0">
                          <a:solidFill>
                            <a:schemeClr val="tx1"/>
                          </a:solidFill>
                          <a:latin typeface="Myriad Set Pro"/>
                        </a:rPr>
                        <a:t> flag; </a:t>
                      </a:r>
                      <a:r>
                        <a:rPr lang="fr-FR" sz="1100" b="0" i="0" u="none" strike="noStrike" noProof="0" dirty="0" err="1">
                          <a:solidFill>
                            <a:schemeClr val="tx1"/>
                          </a:solidFill>
                          <a:latin typeface="Myriad Set Pro"/>
                        </a:rPr>
                        <a:t>contract</a:t>
                      </a:r>
                      <a:r>
                        <a:rPr lang="fr-FR" sz="1100" b="0" i="0" u="none" strike="noStrike" noProof="0" dirty="0">
                          <a:solidFill>
                            <a:schemeClr val="tx1"/>
                          </a:solidFill>
                          <a:latin typeface="Myriad Set Pro"/>
                        </a:rPr>
                        <a:t> position </a:t>
                      </a:r>
                      <a:r>
                        <a:rPr lang="fr-FR" sz="1100" b="0" i="0" u="none" strike="noStrike" noProof="0" dirty="0" err="1">
                          <a:solidFill>
                            <a:schemeClr val="tx1"/>
                          </a:solidFill>
                          <a:latin typeface="Myriad Set Pro"/>
                        </a:rPr>
                        <a:t>along</a:t>
                      </a:r>
                      <a:r>
                        <a:rPr lang="fr-FR" sz="1100" b="0" i="0" u="none" strike="noStrike" noProof="0" dirty="0">
                          <a:solidFill>
                            <a:schemeClr val="tx1"/>
                          </a:solidFill>
                          <a:latin typeface="Myriad Set Pro"/>
                        </a:rPr>
                        <a:t> the </a:t>
                      </a:r>
                      <a:r>
                        <a:rPr lang="fr-FR" sz="1100" b="0" i="0" u="none" strike="noStrike" noProof="0" dirty="0" err="1">
                          <a:solidFill>
                            <a:schemeClr val="tx1"/>
                          </a:solidFill>
                          <a:latin typeface="Myriad Set Pro"/>
                        </a:rPr>
                        <a:t>curve</a:t>
                      </a:r>
                    </a:p>
                  </a:txBody>
                  <a:tcPr anchor="ctr"/>
                </a:tc>
                <a:extLst>
                  <a:ext uri="{0D108BD9-81ED-4DB2-BD59-A6C34878D82A}">
                    <a16:rowId xmlns:a16="http://schemas.microsoft.com/office/drawing/2014/main" val="3582261935"/>
                  </a:ext>
                </a:extLst>
              </a:tr>
            </a:tbl>
          </a:graphicData>
        </a:graphic>
      </p:graphicFrame>
    </p:spTree>
    <p:extLst>
      <p:ext uri="{BB962C8B-B14F-4D97-AF65-F5344CB8AC3E}">
        <p14:creationId xmlns:p14="http://schemas.microsoft.com/office/powerpoint/2010/main" val="19392075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8D0409E-2EF1-28DD-4FD4-C5F116BFE339}"/>
              </a:ext>
            </a:extLst>
          </p:cNvPr>
          <p:cNvSpPr>
            <a:spLocks noGrp="1"/>
          </p:cNvSpPr>
          <p:nvPr>
            <p:ph type="title"/>
          </p:nvPr>
        </p:nvSpPr>
        <p:spPr>
          <a:xfrm>
            <a:off x="529771" y="136525"/>
            <a:ext cx="10497333" cy="820346"/>
          </a:xfrm>
        </p:spPr>
        <p:txBody>
          <a:bodyPr/>
          <a:lstStyle/>
          <a:p>
            <a:r>
              <a:rPr lang="en-US">
                <a:latin typeface="Novecento sans wide UltraLight"/>
              </a:rPr>
              <a:t>Training Strategy &amp; Model Results</a:t>
            </a:r>
          </a:p>
        </p:txBody>
      </p:sp>
      <p:sp>
        <p:nvSpPr>
          <p:cNvPr id="3" name="内容占位符 2">
            <a:extLst>
              <a:ext uri="{FF2B5EF4-FFF2-40B4-BE49-F238E27FC236}">
                <a16:creationId xmlns:a16="http://schemas.microsoft.com/office/drawing/2014/main" id="{976243F6-870B-8F63-DB72-5AC184973A74}"/>
              </a:ext>
            </a:extLst>
          </p:cNvPr>
          <p:cNvSpPr>
            <a:spLocks noGrp="1"/>
          </p:cNvSpPr>
          <p:nvPr>
            <p:ph idx="1"/>
          </p:nvPr>
        </p:nvSpPr>
        <p:spPr>
          <a:xfrm>
            <a:off x="527404" y="1574005"/>
            <a:ext cx="5582911" cy="4334494"/>
          </a:xfrm>
        </p:spPr>
        <p:txBody>
          <a:bodyPr vert="horz" lIns="91440" tIns="45720" rIns="91440" bIns="45720" rtlCol="0" anchor="t">
            <a:normAutofit/>
          </a:bodyPr>
          <a:lstStyle/>
          <a:p>
            <a:pPr>
              <a:buNone/>
            </a:pPr>
            <a:r>
              <a:rPr lang="en-US" sz="1400" b="1">
                <a:solidFill>
                  <a:schemeClr val="accent1"/>
                </a:solidFill>
              </a:rPr>
              <a:t>Protocol</a:t>
            </a:r>
          </a:p>
          <a:p>
            <a:pPr marL="285750" indent="-285750">
              <a:buFont typeface="Calibri" panose="020B0604020202020204" pitchFamily="34" charset="0"/>
              <a:buChar char="-"/>
            </a:pPr>
            <a:r>
              <a:rPr lang="en-US" sz="1400" b="1"/>
              <a:t>Preprocessing: </a:t>
            </a:r>
            <a:r>
              <a:rPr lang="en-US" sz="1400">
                <a:ea typeface="+mn-lt"/>
                <a:cs typeface="+mn-lt"/>
              </a:rPr>
              <a:t>Preprocessing: cross-sectional robust z-score by date; trailing z-score for time-series features.</a:t>
            </a:r>
            <a:r>
              <a:rPr lang="en-US" sz="1400" b="1" dirty="0">
                <a:solidFill>
                  <a:srgbClr val="262626"/>
                </a:solidFill>
                <a:ea typeface="+mn-lt"/>
                <a:cs typeface="+mn-lt"/>
              </a:rPr>
              <a:t> </a:t>
            </a:r>
            <a:endParaRPr lang="en-US" sz="1400" dirty="0"/>
          </a:p>
          <a:p>
            <a:pPr marL="285750" indent="-285750">
              <a:buFont typeface="Calibri" panose="020B0604020202020204" pitchFamily="34" charset="0"/>
              <a:buChar char="-"/>
            </a:pPr>
            <a:r>
              <a:rPr lang="en-US" sz="1400" b="1">
                <a:ea typeface="+mn-lt"/>
                <a:cs typeface="+mn-lt"/>
              </a:rPr>
              <a:t>Walk-forward CV</a:t>
            </a:r>
            <a:r>
              <a:rPr lang="en-US" sz="1400">
                <a:ea typeface="+mn-lt"/>
                <a:cs typeface="+mn-lt"/>
              </a:rPr>
              <a:t> with rolling 3-year training windows and quarterly refits.</a:t>
            </a:r>
            <a:endParaRPr lang="en-US" sz="1400"/>
          </a:p>
          <a:p>
            <a:pPr marL="285750" indent="-285750">
              <a:buFont typeface="Calibri" panose="020B0604020202020204" pitchFamily="34" charset="0"/>
              <a:buChar char="-"/>
            </a:pPr>
            <a:r>
              <a:rPr lang="en-US" sz="1400" b="1" dirty="0"/>
              <a:t>Purge gap </a:t>
            </a:r>
            <a:r>
              <a:rPr lang="en-US" sz="1400" dirty="0"/>
              <a:t>of h = 6 days to remove overlap induced by the 5-day </a:t>
            </a:r>
            <a:r>
              <a:rPr lang="en-US" sz="1400"/>
              <a:t>cumulative target</a:t>
            </a:r>
            <a:r>
              <a:rPr lang="en-US" sz="1400" dirty="0"/>
              <a:t> (break serial autocorrelation).</a:t>
            </a:r>
          </a:p>
          <a:p>
            <a:pPr marL="285750" indent="-285750">
              <a:buFont typeface="Calibri" panose="020B0604020202020204" pitchFamily="34" charset="0"/>
              <a:buChar char="-"/>
            </a:pPr>
            <a:r>
              <a:rPr lang="en-US" sz="1400">
                <a:ea typeface="+mn-lt"/>
                <a:cs typeface="+mn-lt"/>
              </a:rPr>
              <a:t>In-sample 2013–2022: model selection, feature selection, hyper-parameter tuning and portfolio sizing.</a:t>
            </a:r>
          </a:p>
          <a:p>
            <a:pPr marL="285750" indent="-285750">
              <a:buFont typeface="Calibri" panose="020B0604020202020204" pitchFamily="34" charset="0"/>
              <a:buChar char="-"/>
            </a:pPr>
            <a:r>
              <a:rPr lang="en-US" sz="1400">
                <a:ea typeface="+mn-lt"/>
                <a:cs typeface="+mn-lt"/>
              </a:rPr>
              <a:t>Out-of-sample 2022–2026: held out for final evaluation; no parameter touched after the cut-off.</a:t>
            </a:r>
            <a:endParaRPr lang="en-US" sz="1400">
              <a:solidFill>
                <a:srgbClr val="262626"/>
              </a:solidFill>
              <a:latin typeface="Myriad Set Pro"/>
              <a:ea typeface="+mn-lt"/>
              <a:cs typeface="+mn-lt"/>
            </a:endParaRPr>
          </a:p>
          <a:p>
            <a:pPr marL="285750" indent="-285750">
              <a:buFont typeface="Calibri" panose="020B0604020202020204" pitchFamily="34" charset="0"/>
              <a:buChar char="-"/>
            </a:pPr>
            <a:r>
              <a:rPr lang="en-US" sz="1400">
                <a:solidFill>
                  <a:srgbClr val="262626"/>
                </a:solidFill>
                <a:latin typeface="Myriad Set Pro"/>
                <a:ea typeface="+mn-lt"/>
                <a:cs typeface="+mn-lt"/>
              </a:rPr>
              <a:t>Feature selection based on MDI and permutation importance.</a:t>
            </a:r>
          </a:p>
          <a:p>
            <a:pPr marL="285750" indent="-285750">
              <a:buFont typeface="Calibri" panose="020B0604020202020204" pitchFamily="34" charset="0"/>
              <a:buChar char="-"/>
            </a:pPr>
            <a:endParaRPr lang="en-US" sz="1400">
              <a:solidFill>
                <a:srgbClr val="262626"/>
              </a:solidFill>
              <a:ea typeface="+mn-lt"/>
              <a:cs typeface="+mn-lt"/>
            </a:endParaRPr>
          </a:p>
          <a:p>
            <a:r>
              <a:rPr lang="en-US" sz="1400">
                <a:solidFill>
                  <a:srgbClr val="262626"/>
                </a:solidFill>
                <a:ea typeface="+mn-lt"/>
                <a:cs typeface="+mn-lt"/>
              </a:rPr>
              <a:t>Take-away:</a:t>
            </a:r>
          </a:p>
          <a:p>
            <a:pPr marL="285750" indent="-285750">
              <a:buFont typeface="Calibri" panose="020B0604020202020204" pitchFamily="34" charset="0"/>
              <a:buChar char="-"/>
            </a:pPr>
            <a:r>
              <a:rPr lang="en-US" sz="1400">
                <a:solidFill>
                  <a:srgbClr val="262626"/>
                </a:solidFill>
                <a:ea typeface="+mn-lt"/>
                <a:cs typeface="+mn-lt"/>
              </a:rPr>
              <a:t>The performance over Ridge/Lasso supports the </a:t>
            </a:r>
            <a:r>
              <a:rPr lang="en-US" sz="1400" b="1">
                <a:solidFill>
                  <a:srgbClr val="262626"/>
                </a:solidFill>
                <a:ea typeface="+mn-lt"/>
                <a:cs typeface="+mn-lt"/>
              </a:rPr>
              <a:t>non-linearity hypothesis.</a:t>
            </a:r>
            <a:endParaRPr lang="en-US" sz="1400" b="1">
              <a:solidFill>
                <a:srgbClr val="262626"/>
              </a:solidFill>
            </a:endParaRPr>
          </a:p>
          <a:p>
            <a:endParaRPr lang="en-US" sz="1400">
              <a:solidFill>
                <a:srgbClr val="262626"/>
              </a:solidFill>
            </a:endParaRPr>
          </a:p>
          <a:p>
            <a:endParaRPr lang="en-US" sz="1400" b="1">
              <a:solidFill>
                <a:srgbClr val="1F3864"/>
              </a:solidFill>
            </a:endParaRPr>
          </a:p>
        </p:txBody>
      </p:sp>
      <p:sp>
        <p:nvSpPr>
          <p:cNvPr id="5" name="日期占位符 4">
            <a:extLst>
              <a:ext uri="{FF2B5EF4-FFF2-40B4-BE49-F238E27FC236}">
                <a16:creationId xmlns:a16="http://schemas.microsoft.com/office/drawing/2014/main" id="{EF47C919-762C-F1CB-7A4D-E92776089192}"/>
              </a:ext>
            </a:extLst>
          </p:cNvPr>
          <p:cNvSpPr>
            <a:spLocks noGrp="1"/>
          </p:cNvSpPr>
          <p:nvPr>
            <p:ph type="dt" sz="half" idx="15"/>
          </p:nvPr>
        </p:nvSpPr>
        <p:spPr/>
        <p:txBody>
          <a:bodyPr/>
          <a:lstStyle/>
          <a:p>
            <a:fld id="{5D77077C-FEF9-4A07-92A0-31EDE9512421}" type="datetime1">
              <a:rPr lang="en-US" smtClean="0"/>
              <a:pPr/>
              <a:t>5/7/2026</a:t>
            </a:fld>
            <a:endParaRPr lang="en-GB"/>
          </a:p>
        </p:txBody>
      </p:sp>
      <p:sp>
        <p:nvSpPr>
          <p:cNvPr id="6" name="页脚占位符 5">
            <a:extLst>
              <a:ext uri="{FF2B5EF4-FFF2-40B4-BE49-F238E27FC236}">
                <a16:creationId xmlns:a16="http://schemas.microsoft.com/office/drawing/2014/main" id="{D40025C1-FB80-30E2-AA79-E40892AA15BB}"/>
              </a:ext>
            </a:extLst>
          </p:cNvPr>
          <p:cNvSpPr>
            <a:spLocks noGrp="1"/>
          </p:cNvSpPr>
          <p:nvPr>
            <p:ph type="ftr" sz="quarter" idx="16"/>
          </p:nvPr>
        </p:nvSpPr>
        <p:spPr/>
        <p:txBody>
          <a:bodyPr/>
          <a:lstStyle/>
          <a:p>
            <a:endParaRPr lang="en-GB"/>
          </a:p>
        </p:txBody>
      </p:sp>
      <p:sp>
        <p:nvSpPr>
          <p:cNvPr id="7" name="灯片编号占位符 6">
            <a:extLst>
              <a:ext uri="{FF2B5EF4-FFF2-40B4-BE49-F238E27FC236}">
                <a16:creationId xmlns:a16="http://schemas.microsoft.com/office/drawing/2014/main" id="{77C1122F-1D71-DFAE-A0D5-74D88686907D}"/>
              </a:ext>
            </a:extLst>
          </p:cNvPr>
          <p:cNvSpPr>
            <a:spLocks noGrp="1"/>
          </p:cNvSpPr>
          <p:nvPr>
            <p:ph type="sldNum" sz="quarter" idx="17"/>
          </p:nvPr>
        </p:nvSpPr>
        <p:spPr/>
        <p:txBody>
          <a:bodyPr/>
          <a:lstStyle/>
          <a:p>
            <a:fld id="{225705C9-C93A-4611-A575-E7A979D414CC}" type="slidenum">
              <a:rPr lang="en-GB" smtClean="0"/>
              <a:pPr/>
              <a:t>9</a:t>
            </a:fld>
            <a:endParaRPr lang="en-GB"/>
          </a:p>
        </p:txBody>
      </p:sp>
      <p:sp>
        <p:nvSpPr>
          <p:cNvPr id="8" name="文本占位符 7">
            <a:extLst>
              <a:ext uri="{FF2B5EF4-FFF2-40B4-BE49-F238E27FC236}">
                <a16:creationId xmlns:a16="http://schemas.microsoft.com/office/drawing/2014/main" id="{08927F9A-6A4B-B7AE-12B0-490F0AA916B2}"/>
              </a:ext>
            </a:extLst>
          </p:cNvPr>
          <p:cNvSpPr>
            <a:spLocks noGrp="1"/>
          </p:cNvSpPr>
          <p:nvPr>
            <p:ph type="body" sz="quarter" idx="20"/>
          </p:nvPr>
        </p:nvSpPr>
        <p:spPr/>
        <p:txBody>
          <a:bodyPr vert="horz" lIns="91440" tIns="45720" rIns="91440" bIns="45720" rtlCol="0" anchor="t">
            <a:noAutofit/>
          </a:bodyPr>
          <a:lstStyle/>
          <a:p>
            <a:r>
              <a:rPr lang="en-US" sz="1400">
                <a:ea typeface="+mn-lt"/>
                <a:cs typeface="+mn-lt"/>
              </a:rPr>
              <a:t>Walk-forward model selection with purged validation and out-of-fold IC evaluation.</a:t>
            </a:r>
            <a:endParaRPr lang="fr-FR">
              <a:ea typeface="+mn-lt"/>
              <a:cs typeface="+mn-lt"/>
            </a:endParaRPr>
          </a:p>
        </p:txBody>
      </p:sp>
      <p:pic>
        <p:nvPicPr>
          <p:cNvPr id="11" name="Image 10" descr="Une image contenant texte, capture d’écran, Police, nombre&#10;&#10;Le contenu généré par l’IA peut être incorrect.">
            <a:extLst>
              <a:ext uri="{FF2B5EF4-FFF2-40B4-BE49-F238E27FC236}">
                <a16:creationId xmlns:a16="http://schemas.microsoft.com/office/drawing/2014/main" id="{46F46A25-2A45-DC1C-4A9E-D5C1F3AD432D}"/>
              </a:ext>
            </a:extLst>
          </p:cNvPr>
          <p:cNvPicPr>
            <a:picLocks noChangeAspect="1"/>
          </p:cNvPicPr>
          <p:nvPr/>
        </p:nvPicPr>
        <p:blipFill>
          <a:blip r:embed="rId2"/>
          <a:stretch>
            <a:fillRect/>
          </a:stretch>
        </p:blipFill>
        <p:spPr>
          <a:xfrm>
            <a:off x="5997137" y="1876425"/>
            <a:ext cx="6204388" cy="2663715"/>
          </a:xfrm>
          <a:prstGeom prst="rect">
            <a:avLst/>
          </a:prstGeom>
        </p:spPr>
      </p:pic>
    </p:spTree>
    <p:extLst>
      <p:ext uri="{BB962C8B-B14F-4D97-AF65-F5344CB8AC3E}">
        <p14:creationId xmlns:p14="http://schemas.microsoft.com/office/powerpoint/2010/main" val="34733016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61DFB8-5457-2646-AA8C-39F19ECCDF7F}"/>
              </a:ext>
            </a:extLst>
          </p:cNvPr>
          <p:cNvSpPr>
            <a:spLocks noGrp="1"/>
          </p:cNvSpPr>
          <p:nvPr>
            <p:ph type="title"/>
          </p:nvPr>
        </p:nvSpPr>
        <p:spPr/>
        <p:txBody>
          <a:bodyPr/>
          <a:lstStyle/>
          <a:p>
            <a:r>
              <a:rPr lang="en-US"/>
              <a:t>Model Analysis</a:t>
            </a:r>
            <a:endParaRPr lang="en-US">
              <a:solidFill>
                <a:srgbClr val="000000"/>
              </a:solidFill>
            </a:endParaRPr>
          </a:p>
        </p:txBody>
      </p:sp>
      <p:pic>
        <p:nvPicPr>
          <p:cNvPr id="17" name="Espace réservé du contenu 16" descr="Une image contenant texte, diagramme, capture d’écran, Tracé&#10;&#10;Le contenu généré par l’IA peut être incorrect.">
            <a:extLst>
              <a:ext uri="{FF2B5EF4-FFF2-40B4-BE49-F238E27FC236}">
                <a16:creationId xmlns:a16="http://schemas.microsoft.com/office/drawing/2014/main" id="{50F7254C-99BE-0238-45BF-D71AD1DCFA6B}"/>
              </a:ext>
            </a:extLst>
          </p:cNvPr>
          <p:cNvPicPr>
            <a:picLocks noGrp="1" noChangeAspect="1"/>
          </p:cNvPicPr>
          <p:nvPr>
            <p:ph idx="1"/>
          </p:nvPr>
        </p:nvPicPr>
        <p:blipFill>
          <a:blip r:embed="rId2"/>
          <a:stretch>
            <a:fillRect/>
          </a:stretch>
        </p:blipFill>
        <p:spPr>
          <a:xfrm>
            <a:off x="6558893" y="4221509"/>
            <a:ext cx="4955622" cy="2003070"/>
          </a:xfrm>
          <a:prstGeom prst="rect">
            <a:avLst/>
          </a:prstGeom>
        </p:spPr>
      </p:pic>
      <p:sp>
        <p:nvSpPr>
          <p:cNvPr id="4" name="Text Placeholder 3">
            <a:extLst>
              <a:ext uri="{FF2B5EF4-FFF2-40B4-BE49-F238E27FC236}">
                <a16:creationId xmlns:a16="http://schemas.microsoft.com/office/drawing/2014/main" id="{19001230-1594-A641-8FA3-19911B17E8B8}"/>
              </a:ext>
            </a:extLst>
          </p:cNvPr>
          <p:cNvSpPr>
            <a:spLocks noGrp="1"/>
          </p:cNvSpPr>
          <p:nvPr>
            <p:ph type="body" sz="quarter" idx="16"/>
          </p:nvPr>
        </p:nvSpPr>
        <p:spPr>
          <a:xfrm>
            <a:off x="836285" y="1474283"/>
            <a:ext cx="5449334" cy="336123"/>
          </a:xfrm>
        </p:spPr>
        <p:txBody>
          <a:bodyPr vert="horz" lIns="91440" tIns="45720" rIns="91440" bIns="45720" rtlCol="0" anchor="t">
            <a:noAutofit/>
          </a:bodyPr>
          <a:lstStyle/>
          <a:p>
            <a:r>
              <a:rPr lang="en-US">
                <a:latin typeface="Myriad Set Pro"/>
              </a:rPr>
              <a:t>Weather, calendar and curve-shape variables dominate model importance.</a:t>
            </a:r>
            <a:endParaRPr lang="fr-FR">
              <a:latin typeface="Myriad Set Pro"/>
            </a:endParaRPr>
          </a:p>
          <a:p>
            <a:pPr marL="285750" indent="-285750">
              <a:buFont typeface="Arial"/>
              <a:buChar char="•"/>
            </a:pPr>
            <a:endParaRPr lang="fr-FR"/>
          </a:p>
          <a:p>
            <a:endParaRPr lang="en-US"/>
          </a:p>
        </p:txBody>
      </p:sp>
      <p:sp>
        <p:nvSpPr>
          <p:cNvPr id="5" name="Text Placeholder 4">
            <a:extLst>
              <a:ext uri="{FF2B5EF4-FFF2-40B4-BE49-F238E27FC236}">
                <a16:creationId xmlns:a16="http://schemas.microsoft.com/office/drawing/2014/main" id="{F16865FB-BA3B-E446-8D5C-0701E22EA84C}"/>
              </a:ext>
            </a:extLst>
          </p:cNvPr>
          <p:cNvSpPr>
            <a:spLocks noGrp="1"/>
          </p:cNvSpPr>
          <p:nvPr>
            <p:ph type="body" sz="quarter" idx="20"/>
          </p:nvPr>
        </p:nvSpPr>
        <p:spPr/>
        <p:txBody>
          <a:bodyPr vert="horz" lIns="91440" tIns="45720" rIns="91440" bIns="45720" rtlCol="0" anchor="t">
            <a:noAutofit/>
          </a:bodyPr>
          <a:lstStyle/>
          <a:p>
            <a:r>
              <a:rPr lang="en-US" sz="1600"/>
              <a:t>Predictive power is concentrated in economically interpretable regimes and feature groups.</a:t>
            </a:r>
            <a:endParaRPr lang="en-US" sz="1600">
              <a:solidFill>
                <a:srgbClr val="000000"/>
              </a:solidFill>
            </a:endParaRPr>
          </a:p>
        </p:txBody>
      </p:sp>
      <p:sp>
        <p:nvSpPr>
          <p:cNvPr id="6" name="Content Placeholder 5">
            <a:extLst>
              <a:ext uri="{FF2B5EF4-FFF2-40B4-BE49-F238E27FC236}">
                <a16:creationId xmlns:a16="http://schemas.microsoft.com/office/drawing/2014/main" id="{F298F600-73B0-CA48-89AF-0D450D19CED3}"/>
              </a:ext>
            </a:extLst>
          </p:cNvPr>
          <p:cNvSpPr>
            <a:spLocks noGrp="1"/>
          </p:cNvSpPr>
          <p:nvPr>
            <p:ph idx="14"/>
          </p:nvPr>
        </p:nvSpPr>
        <p:spPr/>
        <p:txBody>
          <a:bodyPr/>
          <a:lstStyle/>
          <a:p>
            <a:endParaRPr lang="en-US"/>
          </a:p>
        </p:txBody>
      </p:sp>
      <p:sp>
        <p:nvSpPr>
          <p:cNvPr id="8" name="Text Placeholder 7">
            <a:extLst>
              <a:ext uri="{FF2B5EF4-FFF2-40B4-BE49-F238E27FC236}">
                <a16:creationId xmlns:a16="http://schemas.microsoft.com/office/drawing/2014/main" id="{518E4EBD-68DF-3C41-A12D-571FCA0753F1}"/>
              </a:ext>
            </a:extLst>
          </p:cNvPr>
          <p:cNvSpPr>
            <a:spLocks noGrp="1"/>
          </p:cNvSpPr>
          <p:nvPr>
            <p:ph type="body" sz="quarter" idx="18"/>
          </p:nvPr>
        </p:nvSpPr>
        <p:spPr>
          <a:xfrm>
            <a:off x="6598386" y="3947561"/>
            <a:ext cx="5584855" cy="273062"/>
          </a:xfrm>
        </p:spPr>
        <p:txBody>
          <a:bodyPr vert="horz" lIns="91440" tIns="45720" rIns="91440" bIns="45720" rtlCol="0" anchor="t">
            <a:noAutofit/>
          </a:bodyPr>
          <a:lstStyle/>
          <a:p>
            <a:r>
              <a:rPr lang="en-US">
                <a:latin typeface="Myriad Set Pro"/>
              </a:rPr>
              <a:t>Signal is stronger during withdrawal season and around EIA announcements.</a:t>
            </a:r>
            <a:endParaRPr lang="fr-FR">
              <a:latin typeface="Myriad Set Pro"/>
            </a:endParaRPr>
          </a:p>
          <a:p>
            <a:endParaRPr lang="en-US"/>
          </a:p>
        </p:txBody>
      </p:sp>
      <p:sp>
        <p:nvSpPr>
          <p:cNvPr id="9" name="Text Placeholder 8">
            <a:extLst>
              <a:ext uri="{FF2B5EF4-FFF2-40B4-BE49-F238E27FC236}">
                <a16:creationId xmlns:a16="http://schemas.microsoft.com/office/drawing/2014/main" id="{6C0EEBFF-57EF-4C44-94A6-C2EAA6157AC6}"/>
              </a:ext>
            </a:extLst>
          </p:cNvPr>
          <p:cNvSpPr>
            <a:spLocks noGrp="1"/>
          </p:cNvSpPr>
          <p:nvPr>
            <p:ph type="body" sz="quarter" idx="19"/>
          </p:nvPr>
        </p:nvSpPr>
        <p:spPr/>
        <p:txBody>
          <a:bodyPr vert="horz" lIns="91440" tIns="45720" rIns="91440" bIns="45720" rtlCol="0" anchor="t">
            <a:noAutofit/>
          </a:bodyPr>
          <a:lstStyle/>
          <a:p>
            <a:r>
              <a:rPr lang="en-US">
                <a:latin typeface="Myriad Set Pro"/>
              </a:rPr>
              <a:t>Cumulative IC is upward-sloping, indicating persistent ranking skill.</a:t>
            </a:r>
            <a:endParaRPr lang="fr-FR">
              <a:latin typeface="Myriad Set Pro"/>
            </a:endParaRPr>
          </a:p>
          <a:p>
            <a:pPr marL="285750" indent="-285750">
              <a:buFont typeface="Arial"/>
              <a:buChar char="•"/>
            </a:pPr>
            <a:endParaRPr lang="fr-FR"/>
          </a:p>
          <a:p>
            <a:endParaRPr lang="en-US"/>
          </a:p>
        </p:txBody>
      </p:sp>
      <p:sp>
        <p:nvSpPr>
          <p:cNvPr id="10" name="Date Placeholder 9">
            <a:extLst>
              <a:ext uri="{FF2B5EF4-FFF2-40B4-BE49-F238E27FC236}">
                <a16:creationId xmlns:a16="http://schemas.microsoft.com/office/drawing/2014/main" id="{E4203B29-4C25-214B-A745-66B4CD8ECC1B}"/>
              </a:ext>
            </a:extLst>
          </p:cNvPr>
          <p:cNvSpPr>
            <a:spLocks noGrp="1"/>
          </p:cNvSpPr>
          <p:nvPr>
            <p:ph type="dt" sz="half" idx="21"/>
          </p:nvPr>
        </p:nvSpPr>
        <p:spPr/>
        <p:txBody>
          <a:bodyPr/>
          <a:lstStyle/>
          <a:p>
            <a:fld id="{5D77077C-FEF9-4A07-92A0-31EDE9512421}" type="datetime1">
              <a:rPr lang="en-US" smtClean="0"/>
              <a:pPr/>
              <a:t>5/7/2026</a:t>
            </a:fld>
            <a:endParaRPr lang="en-GB"/>
          </a:p>
        </p:txBody>
      </p:sp>
      <p:sp>
        <p:nvSpPr>
          <p:cNvPr id="11" name="Footer Placeholder 10">
            <a:extLst>
              <a:ext uri="{FF2B5EF4-FFF2-40B4-BE49-F238E27FC236}">
                <a16:creationId xmlns:a16="http://schemas.microsoft.com/office/drawing/2014/main" id="{8A14FAC7-5F6E-4140-98E4-088555CCD5CB}"/>
              </a:ext>
            </a:extLst>
          </p:cNvPr>
          <p:cNvSpPr>
            <a:spLocks noGrp="1"/>
          </p:cNvSpPr>
          <p:nvPr>
            <p:ph type="ftr" sz="quarter" idx="22"/>
          </p:nvPr>
        </p:nvSpPr>
        <p:spPr/>
        <p:txBody>
          <a:bodyPr/>
          <a:lstStyle/>
          <a:p>
            <a:endParaRPr lang="en-GB"/>
          </a:p>
        </p:txBody>
      </p:sp>
      <p:sp>
        <p:nvSpPr>
          <p:cNvPr id="12" name="Slide Number Placeholder 11">
            <a:extLst>
              <a:ext uri="{FF2B5EF4-FFF2-40B4-BE49-F238E27FC236}">
                <a16:creationId xmlns:a16="http://schemas.microsoft.com/office/drawing/2014/main" id="{975A4342-8B37-FF4F-98C5-C9627103CA0E}"/>
              </a:ext>
            </a:extLst>
          </p:cNvPr>
          <p:cNvSpPr>
            <a:spLocks noGrp="1"/>
          </p:cNvSpPr>
          <p:nvPr>
            <p:ph type="sldNum" sz="quarter" idx="23"/>
          </p:nvPr>
        </p:nvSpPr>
        <p:spPr/>
        <p:txBody>
          <a:bodyPr/>
          <a:lstStyle/>
          <a:p>
            <a:fld id="{225705C9-C93A-4611-A575-E7A979D414CC}" type="slidenum">
              <a:rPr lang="en-GB" smtClean="0"/>
              <a:pPr/>
              <a:t>10</a:t>
            </a:fld>
            <a:endParaRPr lang="en-GB"/>
          </a:p>
        </p:txBody>
      </p:sp>
      <p:pic>
        <p:nvPicPr>
          <p:cNvPr id="14" name="Espace réservé du contenu 9" descr="Une image contenant texte, capture d’écran, diagramme, nombre&#10;&#10;Le contenu généré par l’IA peut être incorrect.">
            <a:extLst>
              <a:ext uri="{FF2B5EF4-FFF2-40B4-BE49-F238E27FC236}">
                <a16:creationId xmlns:a16="http://schemas.microsoft.com/office/drawing/2014/main" id="{4FC9CAA9-C778-838B-1927-1CC611BD8A47}"/>
              </a:ext>
            </a:extLst>
          </p:cNvPr>
          <p:cNvPicPr>
            <a:picLocks noChangeAspect="1"/>
          </p:cNvPicPr>
          <p:nvPr/>
        </p:nvPicPr>
        <p:blipFill>
          <a:blip r:embed="rId3"/>
          <a:stretch>
            <a:fillRect/>
          </a:stretch>
        </p:blipFill>
        <p:spPr>
          <a:xfrm>
            <a:off x="395412" y="2151618"/>
            <a:ext cx="5308202" cy="3586020"/>
          </a:xfrm>
          <a:prstGeom prst="rect">
            <a:avLst/>
          </a:prstGeom>
        </p:spPr>
      </p:pic>
      <p:pic>
        <p:nvPicPr>
          <p:cNvPr id="16" name="Espace réservé du contenu 8" descr="Une image contenant texte, ligne, Tracé, diagramme&#10;&#10;Le contenu généré par l’IA peut être incorrect.">
            <a:extLst>
              <a:ext uri="{FF2B5EF4-FFF2-40B4-BE49-F238E27FC236}">
                <a16:creationId xmlns:a16="http://schemas.microsoft.com/office/drawing/2014/main" id="{42D1CED4-20E1-CDC2-49A4-85046B40ACC1}"/>
              </a:ext>
            </a:extLst>
          </p:cNvPr>
          <p:cNvPicPr>
            <a:picLocks noChangeAspect="1"/>
          </p:cNvPicPr>
          <p:nvPr/>
        </p:nvPicPr>
        <p:blipFill>
          <a:blip r:embed="rId4"/>
          <a:stretch>
            <a:fillRect/>
          </a:stretch>
        </p:blipFill>
        <p:spPr>
          <a:xfrm>
            <a:off x="6390726" y="2112448"/>
            <a:ext cx="5302466" cy="1268018"/>
          </a:xfrm>
          <a:prstGeom prst="rect">
            <a:avLst/>
          </a:prstGeom>
        </p:spPr>
      </p:pic>
    </p:spTree>
    <p:extLst>
      <p:ext uri="{BB962C8B-B14F-4D97-AF65-F5344CB8AC3E}">
        <p14:creationId xmlns:p14="http://schemas.microsoft.com/office/powerpoint/2010/main" val="19950112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A517A26-54D7-9D86-FF6E-14073F8E479A}"/>
              </a:ext>
            </a:extLst>
          </p:cNvPr>
          <p:cNvSpPr>
            <a:spLocks noGrp="1"/>
          </p:cNvSpPr>
          <p:nvPr>
            <p:ph type="title"/>
          </p:nvPr>
        </p:nvSpPr>
        <p:spPr/>
        <p:txBody>
          <a:bodyPr/>
          <a:lstStyle/>
          <a:p>
            <a:r>
              <a:rPr lang="en-US" sz="3600">
                <a:latin typeface="Novecento sans wide UltraLight"/>
              </a:rPr>
              <a:t>Portfolio Construction &amp; Backtesting</a:t>
            </a:r>
          </a:p>
        </p:txBody>
      </p:sp>
      <p:sp>
        <p:nvSpPr>
          <p:cNvPr id="3" name="内容占位符 2">
            <a:extLst>
              <a:ext uri="{FF2B5EF4-FFF2-40B4-BE49-F238E27FC236}">
                <a16:creationId xmlns:a16="http://schemas.microsoft.com/office/drawing/2014/main" id="{46178051-0BE2-FE6D-987A-02EF5D9DE77B}"/>
              </a:ext>
            </a:extLst>
          </p:cNvPr>
          <p:cNvSpPr>
            <a:spLocks noGrp="1"/>
          </p:cNvSpPr>
          <p:nvPr>
            <p:ph idx="1"/>
          </p:nvPr>
        </p:nvSpPr>
        <p:spPr>
          <a:xfrm>
            <a:off x="531208" y="1483099"/>
            <a:ext cx="5559968" cy="4733886"/>
          </a:xfrm>
        </p:spPr>
        <p:txBody>
          <a:bodyPr vert="horz" lIns="91440" tIns="45720" rIns="91440" bIns="45720" rtlCol="0" anchor="t">
            <a:normAutofit/>
          </a:bodyPr>
          <a:lstStyle/>
          <a:p>
            <a:pPr marL="0" indent="0">
              <a:spcAft>
                <a:spcPts val="200"/>
              </a:spcAft>
              <a:buNone/>
            </a:pPr>
            <a:r>
              <a:rPr lang="en-US" sz="1600" b="1">
                <a:solidFill>
                  <a:schemeClr val="accent1"/>
                </a:solidFill>
              </a:rPr>
              <a:t>Portfolio Construction</a:t>
            </a:r>
          </a:p>
          <a:p>
            <a:r>
              <a:rPr lang="en-US" sz="1400" b="1">
                <a:ea typeface="+mn-lt"/>
                <a:cs typeface="+mn-lt"/>
              </a:rPr>
              <a:t>1. Universe</a:t>
            </a:r>
          </a:p>
          <a:p>
            <a:pPr marL="285750" indent="-285750">
              <a:buFont typeface="Calibri" panose="020B0604020202020204" pitchFamily="34" charset="0"/>
              <a:buChar char="-"/>
            </a:pPr>
            <a:r>
              <a:rPr lang="en-US" sz="1400">
                <a:ea typeface="+mn-lt"/>
                <a:cs typeface="+mn-lt"/>
              </a:rPr>
              <a:t>M2–M12 constant-maturity contracts; M1 excluded to reduce roll noise.</a:t>
            </a:r>
            <a:endParaRPr lang="en-US" sz="1400"/>
          </a:p>
          <a:p>
            <a:r>
              <a:rPr lang="en-US" sz="1400" b="1">
                <a:ea typeface="+mn-lt"/>
                <a:cs typeface="+mn-lt"/>
              </a:rPr>
              <a:t>2. Ranking signal</a:t>
            </a:r>
          </a:p>
          <a:p>
            <a:pPr marL="285750" indent="-285750">
              <a:buFont typeface="Calibri" panose="020B0604020202020204" pitchFamily="34" charset="0"/>
              <a:buChar char="-"/>
            </a:pPr>
            <a:r>
              <a:rPr lang="en-US" sz="1400">
                <a:ea typeface="+mn-lt"/>
                <a:cs typeface="+mn-lt"/>
              </a:rPr>
              <a:t>Rank maturities by predicted standardized residual return.</a:t>
            </a:r>
            <a:endParaRPr lang="en-US" sz="1400"/>
          </a:p>
          <a:p>
            <a:r>
              <a:rPr lang="en-US" sz="1400" b="1">
                <a:ea typeface="+mn-lt"/>
                <a:cs typeface="+mn-lt"/>
              </a:rPr>
              <a:t>3. Initial long/short book</a:t>
            </a:r>
          </a:p>
          <a:p>
            <a:pPr marL="285750" indent="-285750">
              <a:buFont typeface="Calibri" panose="020B0604020202020204" pitchFamily="34" charset="0"/>
              <a:buChar char="-"/>
            </a:pPr>
            <a:r>
              <a:rPr lang="en-US" sz="1400">
                <a:ea typeface="+mn-lt"/>
                <a:cs typeface="+mn-lt"/>
              </a:rPr>
              <a:t>Long top 4 maturities, short bottom 4 maturities, equal-weighted.</a:t>
            </a:r>
          </a:p>
          <a:p>
            <a:r>
              <a:rPr lang="en-US" sz="1400" b="1">
                <a:ea typeface="+mn-lt"/>
                <a:cs typeface="+mn-lt"/>
              </a:rPr>
              <a:t>4. Risk controls</a:t>
            </a:r>
          </a:p>
          <a:p>
            <a:pPr marL="285750" indent="-285750">
              <a:buFont typeface="Calibri" panose="020B0604020202020204" pitchFamily="34" charset="0"/>
              <a:buChar char="-"/>
            </a:pPr>
            <a:r>
              <a:rPr lang="en-US" sz="1400">
                <a:ea typeface="+mn-lt"/>
                <a:cs typeface="+mn-lt"/>
              </a:rPr>
              <a:t>Gross exposure = 1.0; max position size = 25%.</a:t>
            </a:r>
          </a:p>
          <a:p>
            <a:r>
              <a:rPr lang="en-US" sz="1400" b="1"/>
              <a:t>5. Neutralization</a:t>
            </a:r>
            <a:endParaRPr lang="en-US" sz="1400"/>
          </a:p>
          <a:p>
            <a:pPr marL="285750" indent="-285750">
              <a:buFont typeface="Calibri,Sans-Serif" panose="020B0604020202020204" pitchFamily="34" charset="0"/>
              <a:buChar char="-"/>
            </a:pPr>
            <a:r>
              <a:rPr lang="en-US" sz="1400"/>
              <a:t>Enforce dollar-neutrality and remove exposure to the first 3 PCA factors.</a:t>
            </a:r>
          </a:p>
        </p:txBody>
      </p:sp>
      <p:sp>
        <p:nvSpPr>
          <p:cNvPr id="4" name="内容占位符 3">
            <a:extLst>
              <a:ext uri="{FF2B5EF4-FFF2-40B4-BE49-F238E27FC236}">
                <a16:creationId xmlns:a16="http://schemas.microsoft.com/office/drawing/2014/main" id="{114EE760-9B96-7758-1F3D-6895106A0DC5}"/>
              </a:ext>
            </a:extLst>
          </p:cNvPr>
          <p:cNvSpPr>
            <a:spLocks noGrp="1"/>
          </p:cNvSpPr>
          <p:nvPr>
            <p:ph idx="14"/>
          </p:nvPr>
        </p:nvSpPr>
        <p:spPr>
          <a:xfrm>
            <a:off x="6391564" y="1525140"/>
            <a:ext cx="5387029" cy="4591983"/>
          </a:xfrm>
        </p:spPr>
        <p:txBody>
          <a:bodyPr vert="horz" lIns="91440" tIns="45720" rIns="91440" bIns="45720" rtlCol="0" anchor="t">
            <a:normAutofit/>
          </a:bodyPr>
          <a:lstStyle/>
          <a:p>
            <a:pPr marL="0" indent="0">
              <a:spcAft>
                <a:spcPts val="200"/>
              </a:spcAft>
              <a:buNone/>
            </a:pPr>
            <a:r>
              <a:rPr lang="en-US" sz="1600" b="1">
                <a:solidFill>
                  <a:schemeClr val="accent1"/>
                </a:solidFill>
              </a:rPr>
              <a:t>Protocol</a:t>
            </a:r>
          </a:p>
          <a:p>
            <a:pPr marL="0" indent="0">
              <a:spcBef>
                <a:spcPts val="300"/>
              </a:spcBef>
              <a:spcAft>
                <a:spcPts val="100"/>
              </a:spcAft>
              <a:buNone/>
            </a:pPr>
            <a:r>
              <a:rPr lang="en-US" sz="1400" b="1">
                <a:solidFill>
                  <a:srgbClr val="262626"/>
                </a:solidFill>
              </a:rPr>
              <a:t>Execution Timing (no lookahead)</a:t>
            </a:r>
          </a:p>
          <a:p>
            <a:pPr>
              <a:buFont typeface="Arial"/>
              <a:buChar char="•"/>
            </a:pPr>
            <a:r>
              <a:rPr lang="en-US" sz="1400">
                <a:ea typeface="+mn-lt"/>
                <a:cs typeface="+mn-lt"/>
              </a:rPr>
              <a:t> Signal computed at close t --&gt; Portfolio executed at close t+1.</a:t>
            </a:r>
          </a:p>
          <a:p>
            <a:pPr>
              <a:buFont typeface="Arial"/>
              <a:buChar char="•"/>
            </a:pPr>
            <a:r>
              <a:rPr lang="en-US" sz="1400">
                <a:ea typeface="+mn-lt"/>
                <a:cs typeface="+mn-lt"/>
              </a:rPr>
              <a:t> Weights are lagged before </a:t>
            </a:r>
            <a:r>
              <a:rPr lang="en-US" sz="1400" err="1">
                <a:ea typeface="+mn-lt"/>
                <a:cs typeface="+mn-lt"/>
              </a:rPr>
              <a:t>PnL</a:t>
            </a:r>
            <a:r>
              <a:rPr lang="en-US" sz="1400">
                <a:ea typeface="+mn-lt"/>
                <a:cs typeface="+mn-lt"/>
              </a:rPr>
              <a:t> is computed.</a:t>
            </a:r>
            <a:endParaRPr lang="en-US" sz="1400"/>
          </a:p>
          <a:p>
            <a:pPr marL="171450" indent="-171450">
              <a:spcAft>
                <a:spcPts val="100"/>
              </a:spcAft>
              <a:buFont typeface="Arial"/>
              <a:buChar char="•"/>
            </a:pPr>
            <a:endParaRPr lang="en-US" sz="1400">
              <a:solidFill>
                <a:srgbClr val="262626"/>
              </a:solidFill>
            </a:endParaRPr>
          </a:p>
          <a:p>
            <a:pPr marL="0" indent="0">
              <a:spcBef>
                <a:spcPts val="300"/>
              </a:spcBef>
              <a:spcAft>
                <a:spcPts val="100"/>
              </a:spcAft>
              <a:buNone/>
            </a:pPr>
            <a:r>
              <a:rPr lang="en-US" sz="1400" b="1">
                <a:solidFill>
                  <a:srgbClr val="262626"/>
                </a:solidFill>
              </a:rPr>
              <a:t>Overlapping Sleeves (H = 5 days)</a:t>
            </a:r>
          </a:p>
          <a:p>
            <a:pPr marL="285750" indent="-285750">
              <a:spcAft>
                <a:spcPts val="100"/>
              </a:spcAft>
              <a:buFont typeface="Arial"/>
              <a:buChar char="•"/>
            </a:pPr>
            <a:r>
              <a:rPr lang="en-US" sz="1400">
                <a:latin typeface="Myriad Set Pro"/>
              </a:rPr>
              <a:t>Each daily signal is held for 5 days; the live portfolio averages the 5 most recent sleeves.</a:t>
            </a:r>
          </a:p>
          <a:p>
            <a:pPr marL="171450" indent="-171450">
              <a:spcAft>
                <a:spcPts val="100"/>
              </a:spcAft>
              <a:buFont typeface="Arial"/>
              <a:buChar char="•"/>
            </a:pPr>
            <a:endParaRPr lang="en-US" sz="1400"/>
          </a:p>
          <a:p>
            <a:pPr marL="171450" indent="-171450">
              <a:spcAft>
                <a:spcPts val="100"/>
              </a:spcAft>
              <a:buFont typeface="Arial"/>
              <a:buChar char="•"/>
            </a:pPr>
            <a:endParaRPr lang="en-US" sz="1400">
              <a:solidFill>
                <a:srgbClr val="262626"/>
              </a:solidFill>
            </a:endParaRPr>
          </a:p>
          <a:p>
            <a:pPr>
              <a:spcAft>
                <a:spcPts val="100"/>
              </a:spcAft>
            </a:pPr>
            <a:endParaRPr lang="en-US" sz="1400">
              <a:solidFill>
                <a:srgbClr val="262626"/>
              </a:solidFill>
            </a:endParaRPr>
          </a:p>
          <a:p>
            <a:pPr marL="0" indent="0">
              <a:spcBef>
                <a:spcPts val="300"/>
              </a:spcBef>
              <a:spcAft>
                <a:spcPts val="100"/>
              </a:spcAft>
              <a:buNone/>
            </a:pPr>
            <a:r>
              <a:rPr lang="en-US" sz="1400" b="1">
                <a:solidFill>
                  <a:srgbClr val="262626"/>
                </a:solidFill>
              </a:rPr>
              <a:t>Transaction Costs</a:t>
            </a:r>
          </a:p>
          <a:p>
            <a:pPr marL="171450" indent="-171450">
              <a:spcAft>
                <a:spcPts val="100"/>
              </a:spcAft>
              <a:buFont typeface="Arial"/>
              <a:buChar char="•"/>
            </a:pPr>
            <a:r>
              <a:rPr lang="en-US" sz="1400"/>
              <a:t>2 bps one-way per unit of notional traded</a:t>
            </a:r>
          </a:p>
          <a:p>
            <a:pPr marL="171450" indent="-171450">
              <a:spcAft>
                <a:spcPts val="100"/>
              </a:spcAft>
              <a:buFont typeface="Arial"/>
              <a:buChar char="•"/>
            </a:pPr>
            <a:r>
              <a:rPr lang="en-US" sz="1400">
                <a:latin typeface="Myriad Set Pro"/>
              </a:rPr>
              <a:t> Costs are charged on changes in live portfolio weights.</a:t>
            </a:r>
            <a:endParaRPr lang="en-US" sz="1400"/>
          </a:p>
          <a:p>
            <a:pPr marL="171450" indent="-171450">
              <a:spcAft>
                <a:spcPts val="100"/>
              </a:spcAft>
              <a:buFont typeface="Arial"/>
              <a:buChar char="•"/>
            </a:pPr>
            <a:endParaRPr lang="en-US" sz="1400"/>
          </a:p>
        </p:txBody>
      </p:sp>
      <p:sp>
        <p:nvSpPr>
          <p:cNvPr id="5" name="日期占位符 4">
            <a:extLst>
              <a:ext uri="{FF2B5EF4-FFF2-40B4-BE49-F238E27FC236}">
                <a16:creationId xmlns:a16="http://schemas.microsoft.com/office/drawing/2014/main" id="{1BDC8A76-60A7-6FB5-2A17-27DC5DC044FA}"/>
              </a:ext>
            </a:extLst>
          </p:cNvPr>
          <p:cNvSpPr>
            <a:spLocks noGrp="1"/>
          </p:cNvSpPr>
          <p:nvPr>
            <p:ph type="dt" sz="half" idx="15"/>
          </p:nvPr>
        </p:nvSpPr>
        <p:spPr/>
        <p:txBody>
          <a:bodyPr/>
          <a:lstStyle/>
          <a:p>
            <a:fld id="{5D77077C-FEF9-4A07-92A0-31EDE9512421}" type="datetime1">
              <a:rPr lang="en-US" smtClean="0"/>
              <a:pPr/>
              <a:t>5/7/2026</a:t>
            </a:fld>
            <a:endParaRPr lang="en-GB"/>
          </a:p>
        </p:txBody>
      </p:sp>
      <p:sp>
        <p:nvSpPr>
          <p:cNvPr id="6" name="页脚占位符 5">
            <a:extLst>
              <a:ext uri="{FF2B5EF4-FFF2-40B4-BE49-F238E27FC236}">
                <a16:creationId xmlns:a16="http://schemas.microsoft.com/office/drawing/2014/main" id="{9E9414ED-C766-32CC-463E-B2FD3A8F8545}"/>
              </a:ext>
            </a:extLst>
          </p:cNvPr>
          <p:cNvSpPr>
            <a:spLocks noGrp="1"/>
          </p:cNvSpPr>
          <p:nvPr>
            <p:ph type="ftr" sz="quarter" idx="16"/>
          </p:nvPr>
        </p:nvSpPr>
        <p:spPr/>
        <p:txBody>
          <a:bodyPr/>
          <a:lstStyle/>
          <a:p>
            <a:endParaRPr lang="en-GB"/>
          </a:p>
        </p:txBody>
      </p:sp>
      <p:sp>
        <p:nvSpPr>
          <p:cNvPr id="7" name="灯片编号占位符 6">
            <a:extLst>
              <a:ext uri="{FF2B5EF4-FFF2-40B4-BE49-F238E27FC236}">
                <a16:creationId xmlns:a16="http://schemas.microsoft.com/office/drawing/2014/main" id="{BD3FACE8-0BCE-C489-0F5B-C634CAFAC4C4}"/>
              </a:ext>
            </a:extLst>
          </p:cNvPr>
          <p:cNvSpPr>
            <a:spLocks noGrp="1"/>
          </p:cNvSpPr>
          <p:nvPr>
            <p:ph type="sldNum" sz="quarter" idx="17"/>
          </p:nvPr>
        </p:nvSpPr>
        <p:spPr/>
        <p:txBody>
          <a:bodyPr/>
          <a:lstStyle/>
          <a:p>
            <a:fld id="{225705C9-C93A-4611-A575-E7A979D414CC}" type="slidenum">
              <a:rPr lang="en-GB" smtClean="0"/>
              <a:pPr/>
              <a:t>11</a:t>
            </a:fld>
            <a:endParaRPr lang="en-GB"/>
          </a:p>
        </p:txBody>
      </p:sp>
      <p:sp>
        <p:nvSpPr>
          <p:cNvPr id="8" name="文本占位符 7">
            <a:extLst>
              <a:ext uri="{FF2B5EF4-FFF2-40B4-BE49-F238E27FC236}">
                <a16:creationId xmlns:a16="http://schemas.microsoft.com/office/drawing/2014/main" id="{581EC1FB-EE2E-F1DA-98F1-2FFAE729D5F9}"/>
              </a:ext>
            </a:extLst>
          </p:cNvPr>
          <p:cNvSpPr>
            <a:spLocks noGrp="1"/>
          </p:cNvSpPr>
          <p:nvPr>
            <p:ph type="body" sz="quarter" idx="20"/>
          </p:nvPr>
        </p:nvSpPr>
        <p:spPr/>
        <p:txBody>
          <a:bodyPr vert="horz" lIns="91440" tIns="45720" rIns="91440" bIns="45720" rtlCol="0" anchor="t">
            <a:noAutofit/>
          </a:bodyPr>
          <a:lstStyle/>
          <a:p>
            <a:r>
              <a:rPr lang="zh-CN">
                <a:solidFill>
                  <a:schemeClr val="accent1"/>
                </a:solidFill>
                <a:ea typeface="+mn-lt"/>
                <a:cs typeface="+mn-lt"/>
              </a:rPr>
              <a:t>Rank-based relative-value portfolio, factor-neutralization and explicit transaction costs.</a:t>
            </a:r>
            <a:endParaRPr lang="fr-FR" altLang="zh-CN">
              <a:solidFill>
                <a:schemeClr val="accent1"/>
              </a:solidFill>
            </a:endParaRPr>
          </a:p>
        </p:txBody>
      </p:sp>
      <p:pic>
        <p:nvPicPr>
          <p:cNvPr id="9" name="Image 8" descr="Une image contenant Police, texte, blanc, diagramme&#10;&#10;Le contenu généré par l’IA peut être incorrect.">
            <a:extLst>
              <a:ext uri="{FF2B5EF4-FFF2-40B4-BE49-F238E27FC236}">
                <a16:creationId xmlns:a16="http://schemas.microsoft.com/office/drawing/2014/main" id="{458787EB-87D2-C47D-6D20-2FEF18D11D9E}"/>
              </a:ext>
            </a:extLst>
          </p:cNvPr>
          <p:cNvPicPr>
            <a:picLocks noChangeAspect="1"/>
          </p:cNvPicPr>
          <p:nvPr/>
        </p:nvPicPr>
        <p:blipFill>
          <a:blip r:embed="rId2"/>
          <a:stretch>
            <a:fillRect/>
          </a:stretch>
        </p:blipFill>
        <p:spPr>
          <a:xfrm>
            <a:off x="7898853" y="3823795"/>
            <a:ext cx="1717785" cy="786962"/>
          </a:xfrm>
          <a:prstGeom prst="rect">
            <a:avLst/>
          </a:prstGeom>
        </p:spPr>
      </p:pic>
      <p:pic>
        <p:nvPicPr>
          <p:cNvPr id="10" name="Image 9" descr="Une image contenant Police, texte, blanc, écriture manuscrite&#10;&#10;Le contenu généré par l’IA peut être incorrect.">
            <a:extLst>
              <a:ext uri="{FF2B5EF4-FFF2-40B4-BE49-F238E27FC236}">
                <a16:creationId xmlns:a16="http://schemas.microsoft.com/office/drawing/2014/main" id="{346F9917-9257-54FF-1D0E-8A3711D8511E}"/>
              </a:ext>
            </a:extLst>
          </p:cNvPr>
          <p:cNvPicPr>
            <a:picLocks noChangeAspect="1"/>
          </p:cNvPicPr>
          <p:nvPr/>
        </p:nvPicPr>
        <p:blipFill>
          <a:blip r:embed="rId3"/>
          <a:stretch>
            <a:fillRect/>
          </a:stretch>
        </p:blipFill>
        <p:spPr>
          <a:xfrm>
            <a:off x="7518181" y="5641101"/>
            <a:ext cx="2484384" cy="520920"/>
          </a:xfrm>
          <a:prstGeom prst="rect">
            <a:avLst/>
          </a:prstGeom>
        </p:spPr>
      </p:pic>
      <p:pic>
        <p:nvPicPr>
          <p:cNvPr id="12" name="Image 11" descr="Une image contenant Police, texte, ligne, blanc&#10;&#10;Le contenu généré par l’IA peut être incorrect.">
            <a:extLst>
              <a:ext uri="{FF2B5EF4-FFF2-40B4-BE49-F238E27FC236}">
                <a16:creationId xmlns:a16="http://schemas.microsoft.com/office/drawing/2014/main" id="{1DC2F047-0C7D-C04D-5EDA-F694F8A9785B}"/>
              </a:ext>
            </a:extLst>
          </p:cNvPr>
          <p:cNvPicPr>
            <a:picLocks noChangeAspect="1"/>
          </p:cNvPicPr>
          <p:nvPr/>
        </p:nvPicPr>
        <p:blipFill>
          <a:blip r:embed="rId4"/>
          <a:stretch>
            <a:fillRect/>
          </a:stretch>
        </p:blipFill>
        <p:spPr>
          <a:xfrm>
            <a:off x="1158437" y="4971723"/>
            <a:ext cx="4304644" cy="572157"/>
          </a:xfrm>
          <a:prstGeom prst="rect">
            <a:avLst/>
          </a:prstGeom>
        </p:spPr>
      </p:pic>
      <p:pic>
        <p:nvPicPr>
          <p:cNvPr id="15" name="Image 14" descr="Une image contenant Police, texte, blanc, calligraphie&#10;&#10;Le contenu généré par l’IA peut être incorrect.">
            <a:extLst>
              <a:ext uri="{FF2B5EF4-FFF2-40B4-BE49-F238E27FC236}">
                <a16:creationId xmlns:a16="http://schemas.microsoft.com/office/drawing/2014/main" id="{66E5CC69-4BFA-39D5-E0F0-5D965CA00C4C}"/>
              </a:ext>
            </a:extLst>
          </p:cNvPr>
          <p:cNvPicPr>
            <a:picLocks noChangeAspect="1"/>
          </p:cNvPicPr>
          <p:nvPr/>
        </p:nvPicPr>
        <p:blipFill>
          <a:blip r:embed="rId5"/>
          <a:stretch>
            <a:fillRect/>
          </a:stretch>
        </p:blipFill>
        <p:spPr>
          <a:xfrm>
            <a:off x="1943428" y="5643398"/>
            <a:ext cx="2739916" cy="474280"/>
          </a:xfrm>
          <a:prstGeom prst="rect">
            <a:avLst/>
          </a:prstGeom>
        </p:spPr>
      </p:pic>
    </p:spTree>
    <p:extLst>
      <p:ext uri="{BB962C8B-B14F-4D97-AF65-F5344CB8AC3E}">
        <p14:creationId xmlns:p14="http://schemas.microsoft.com/office/powerpoint/2010/main" val="6745354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47F5278-3B37-851D-8FC9-45BB58B7C8EC}"/>
              </a:ext>
            </a:extLst>
          </p:cNvPr>
          <p:cNvSpPr>
            <a:spLocks noGrp="1"/>
          </p:cNvSpPr>
          <p:nvPr>
            <p:ph type="title"/>
          </p:nvPr>
        </p:nvSpPr>
        <p:spPr/>
        <p:txBody>
          <a:bodyPr/>
          <a:lstStyle/>
          <a:p>
            <a:r>
              <a:rPr lang="en-US" altLang="zh-CN"/>
              <a:t>Out-of-sample </a:t>
            </a:r>
            <a:r>
              <a:rPr lang="en-US" altLang="zh-CN" err="1"/>
              <a:t>Backtesting</a:t>
            </a:r>
            <a:r>
              <a:rPr lang="en-US" altLang="zh-CN"/>
              <a:t> Results</a:t>
            </a:r>
            <a:endParaRPr lang="zh-CN" altLang="en-US"/>
          </a:p>
        </p:txBody>
      </p:sp>
      <p:sp>
        <p:nvSpPr>
          <p:cNvPr id="5" name="日期占位符 4">
            <a:extLst>
              <a:ext uri="{FF2B5EF4-FFF2-40B4-BE49-F238E27FC236}">
                <a16:creationId xmlns:a16="http://schemas.microsoft.com/office/drawing/2014/main" id="{441149FC-72D1-70B3-EA70-69117FE5F4F0}"/>
              </a:ext>
            </a:extLst>
          </p:cNvPr>
          <p:cNvSpPr>
            <a:spLocks noGrp="1"/>
          </p:cNvSpPr>
          <p:nvPr>
            <p:ph type="dt" sz="half" idx="15"/>
          </p:nvPr>
        </p:nvSpPr>
        <p:spPr/>
        <p:txBody>
          <a:bodyPr/>
          <a:lstStyle/>
          <a:p>
            <a:r>
              <a:rPr lang="en-GB"/>
              <a:t>4/30/2026</a:t>
            </a:r>
          </a:p>
        </p:txBody>
      </p:sp>
      <p:sp>
        <p:nvSpPr>
          <p:cNvPr id="7" name="灯片编号占位符 6">
            <a:extLst>
              <a:ext uri="{FF2B5EF4-FFF2-40B4-BE49-F238E27FC236}">
                <a16:creationId xmlns:a16="http://schemas.microsoft.com/office/drawing/2014/main" id="{788C399F-FE82-8911-21AB-CBBFBB0DE053}"/>
              </a:ext>
            </a:extLst>
          </p:cNvPr>
          <p:cNvSpPr>
            <a:spLocks noGrp="1"/>
          </p:cNvSpPr>
          <p:nvPr>
            <p:ph type="sldNum" sz="quarter" idx="17"/>
          </p:nvPr>
        </p:nvSpPr>
        <p:spPr/>
        <p:txBody>
          <a:bodyPr/>
          <a:lstStyle/>
          <a:p>
            <a:fld id="{225705C9-C93A-4611-A575-E7A979D414CC}" type="slidenum">
              <a:rPr lang="en-GB" smtClean="0"/>
              <a:pPr/>
              <a:t>12</a:t>
            </a:fld>
            <a:endParaRPr lang="en-GB"/>
          </a:p>
        </p:txBody>
      </p:sp>
      <p:sp>
        <p:nvSpPr>
          <p:cNvPr id="8" name="文本占位符 7">
            <a:extLst>
              <a:ext uri="{FF2B5EF4-FFF2-40B4-BE49-F238E27FC236}">
                <a16:creationId xmlns:a16="http://schemas.microsoft.com/office/drawing/2014/main" id="{699F9C1E-4CD2-099E-1571-B63687C983C1}"/>
              </a:ext>
            </a:extLst>
          </p:cNvPr>
          <p:cNvSpPr>
            <a:spLocks noGrp="1"/>
          </p:cNvSpPr>
          <p:nvPr>
            <p:ph type="body" sz="quarter" idx="20"/>
          </p:nvPr>
        </p:nvSpPr>
        <p:spPr/>
        <p:txBody>
          <a:bodyPr vert="horz" lIns="91440" tIns="45720" rIns="91440" bIns="45720" rtlCol="0" anchor="t">
            <a:noAutofit/>
          </a:bodyPr>
          <a:lstStyle/>
          <a:p>
            <a:r>
              <a:rPr lang="zh-CN" sz="1400" b="1" dirty="0">
                <a:solidFill>
                  <a:schemeClr val="accent1"/>
                </a:solidFill>
                <a:ea typeface="+mn-lt"/>
                <a:cs typeface="+mn-lt"/>
              </a:rPr>
              <a:t>Ju</a:t>
            </a:r>
            <a:r>
              <a:rPr lang="fr-FR" altLang="zh-CN" sz="1400" b="1" dirty="0" err="1">
                <a:solidFill>
                  <a:schemeClr val="accent1"/>
                </a:solidFill>
                <a:ea typeface="+mn-lt"/>
                <a:cs typeface="+mn-lt"/>
              </a:rPr>
              <a:t>ly</a:t>
            </a:r>
            <a:r>
              <a:rPr lang="zh-CN" sz="1400" b="1" dirty="0">
                <a:solidFill>
                  <a:schemeClr val="accent1"/>
                </a:solidFill>
                <a:ea typeface="+mn-lt"/>
                <a:cs typeface="+mn-lt"/>
              </a:rPr>
              <a:t> 2</a:t>
            </a:r>
            <a:r>
              <a:rPr lang="fr-FR" altLang="zh-CN" sz="1400" b="1" dirty="0">
                <a:solidFill>
                  <a:schemeClr val="accent1"/>
                </a:solidFill>
                <a:ea typeface="+mn-lt"/>
                <a:cs typeface="+mn-lt"/>
              </a:rPr>
              <a:t>0</a:t>
            </a:r>
            <a:r>
              <a:rPr lang="zh-CN" sz="1400" b="1" dirty="0">
                <a:solidFill>
                  <a:schemeClr val="accent1"/>
                </a:solidFill>
                <a:ea typeface="+mn-lt"/>
                <a:cs typeface="+mn-lt"/>
              </a:rPr>
              <a:t>2</a:t>
            </a:r>
            <a:r>
              <a:rPr lang="fr-FR" altLang="zh-CN" sz="1400" b="1" dirty="0">
                <a:solidFill>
                  <a:schemeClr val="accent1"/>
                </a:solidFill>
                <a:ea typeface="+mn-lt"/>
                <a:cs typeface="+mn-lt"/>
              </a:rPr>
              <a:t>2</a:t>
            </a:r>
            <a:r>
              <a:rPr lang="zh-CN" sz="1400" b="1" dirty="0">
                <a:solidFill>
                  <a:schemeClr val="accent1"/>
                </a:solidFill>
                <a:ea typeface="+mn-lt"/>
                <a:cs typeface="+mn-lt"/>
              </a:rPr>
              <a:t> – March 2026 · </a:t>
            </a:r>
            <a:r>
              <a:rPr lang="fr-FR" altLang="zh-CN" sz="1400" b="1" dirty="0">
                <a:solidFill>
                  <a:schemeClr val="accent1"/>
                </a:solidFill>
                <a:ea typeface="+mn-lt"/>
                <a:cs typeface="+mn-lt"/>
              </a:rPr>
              <a:t>2</a:t>
            </a:r>
            <a:r>
              <a:rPr lang="zh-CN" sz="1400" b="1" dirty="0">
                <a:solidFill>
                  <a:schemeClr val="accent1"/>
                </a:solidFill>
                <a:ea typeface="+mn-lt"/>
                <a:cs typeface="+mn-lt"/>
              </a:rPr>
              <a:t> bp</a:t>
            </a:r>
            <a:r>
              <a:rPr lang="fr-FR" altLang="zh-CN" sz="1400" b="1" dirty="0">
                <a:solidFill>
                  <a:schemeClr val="accent1"/>
                </a:solidFill>
                <a:ea typeface="+mn-lt"/>
                <a:cs typeface="+mn-lt"/>
              </a:rPr>
              <a:t>s </a:t>
            </a:r>
            <a:r>
              <a:rPr lang="zh-CN" sz="1400" b="1" dirty="0">
                <a:solidFill>
                  <a:schemeClr val="accent1"/>
                </a:solidFill>
                <a:ea typeface="+mn-lt"/>
                <a:cs typeface="+mn-lt"/>
              </a:rPr>
              <a:t>one-way transaction cost</a:t>
            </a:r>
            <a:endParaRPr lang="fr-FR" altLang="zh-CN" sz="1400" dirty="0">
              <a:solidFill>
                <a:schemeClr val="accent1"/>
              </a:solidFill>
            </a:endParaRPr>
          </a:p>
          <a:p>
            <a:br>
              <a:rPr lang="en-US" altLang="zh-CN" dirty="0"/>
            </a:br>
            <a:endParaRPr lang="en-US" altLang="zh-CN"/>
          </a:p>
        </p:txBody>
      </p:sp>
      <p:pic>
        <p:nvPicPr>
          <p:cNvPr id="16" name="Espace réservé du contenu 15" descr="Une image contenant texte, diagramme, Police, capture d’écran&#10;&#10;Le contenu généré par l’IA peut être incorrect.">
            <a:extLst>
              <a:ext uri="{FF2B5EF4-FFF2-40B4-BE49-F238E27FC236}">
                <a16:creationId xmlns:a16="http://schemas.microsoft.com/office/drawing/2014/main" id="{47056676-68A2-8A8C-1190-0650EEE4D935}"/>
              </a:ext>
            </a:extLst>
          </p:cNvPr>
          <p:cNvPicPr>
            <a:picLocks noGrp="1" noChangeAspect="1"/>
          </p:cNvPicPr>
          <p:nvPr>
            <p:ph idx="14"/>
          </p:nvPr>
        </p:nvPicPr>
        <p:blipFill>
          <a:blip r:embed="rId2"/>
          <a:stretch>
            <a:fillRect/>
          </a:stretch>
        </p:blipFill>
        <p:spPr>
          <a:xfrm>
            <a:off x="5643173" y="936560"/>
            <a:ext cx="5593155" cy="5422731"/>
          </a:xfrm>
          <a:prstGeom prst="rect">
            <a:avLst/>
          </a:prstGeom>
        </p:spPr>
      </p:pic>
      <mc:AlternateContent xmlns:mc="http://schemas.openxmlformats.org/markup-compatibility/2006" xmlns:p14="http://schemas.microsoft.com/office/powerpoint/2010/main">
        <mc:Choice Requires="p14">
          <p:contentPart p14:bwMode="auto" r:id="rId3">
            <p14:nvContentPartPr>
              <p14:cNvPr id="3" name="Encre 2">
                <a:extLst>
                  <a:ext uri="{FF2B5EF4-FFF2-40B4-BE49-F238E27FC236}">
                    <a16:creationId xmlns:a16="http://schemas.microsoft.com/office/drawing/2014/main" id="{2624C416-2869-DF9B-7E08-70DAA306BCE5}"/>
                  </a:ext>
                </a:extLst>
              </p14:cNvPr>
              <p14:cNvContentPartPr/>
              <p14:nvPr/>
            </p14:nvContentPartPr>
            <p14:xfrm>
              <a:off x="635818" y="6558877"/>
              <a:ext cx="581639" cy="11373"/>
            </p14:xfrm>
          </p:contentPart>
        </mc:Choice>
        <mc:Fallback xmlns="">
          <p:pic>
            <p:nvPicPr>
              <p:cNvPr id="3" name="Encre 2">
                <a:extLst>
                  <a:ext uri="{FF2B5EF4-FFF2-40B4-BE49-F238E27FC236}">
                    <a16:creationId xmlns:a16="http://schemas.microsoft.com/office/drawing/2014/main" id="{2624C416-2869-DF9B-7E08-70DAA306BCE5}"/>
                  </a:ext>
                </a:extLst>
              </p:cNvPr>
              <p:cNvPicPr/>
              <p:nvPr/>
            </p:nvPicPr>
            <p:blipFill>
              <a:blip r:embed="rId5"/>
              <a:stretch>
                <a:fillRect/>
              </a:stretch>
            </p:blipFill>
            <p:spPr>
              <a:xfrm>
                <a:off x="617833" y="6001600"/>
                <a:ext cx="617250" cy="11373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 name="Encre 3">
                <a:extLst>
                  <a:ext uri="{FF2B5EF4-FFF2-40B4-BE49-F238E27FC236}">
                    <a16:creationId xmlns:a16="http://schemas.microsoft.com/office/drawing/2014/main" id="{BC1FF64E-66C3-3D14-9180-F3F1E82150C5}"/>
                  </a:ext>
                </a:extLst>
              </p14:cNvPr>
              <p14:cNvContentPartPr/>
              <p14:nvPr/>
            </p14:nvContentPartPr>
            <p14:xfrm>
              <a:off x="614369" y="6542053"/>
              <a:ext cx="460965" cy="11373"/>
            </p14:xfrm>
          </p:contentPart>
        </mc:Choice>
        <mc:Fallback xmlns="">
          <p:pic>
            <p:nvPicPr>
              <p:cNvPr id="4" name="Encre 3">
                <a:extLst>
                  <a:ext uri="{FF2B5EF4-FFF2-40B4-BE49-F238E27FC236}">
                    <a16:creationId xmlns:a16="http://schemas.microsoft.com/office/drawing/2014/main" id="{BC1FF64E-66C3-3D14-9180-F3F1E82150C5}"/>
                  </a:ext>
                </a:extLst>
              </p:cNvPr>
              <p:cNvPicPr/>
              <p:nvPr/>
            </p:nvPicPr>
            <p:blipFill>
              <a:blip r:embed="rId7"/>
              <a:stretch>
                <a:fillRect/>
              </a:stretch>
            </p:blipFill>
            <p:spPr>
              <a:xfrm>
                <a:off x="596736" y="6521413"/>
                <a:ext cx="496590" cy="53074"/>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6" name="Encre 5">
                <a:extLst>
                  <a:ext uri="{FF2B5EF4-FFF2-40B4-BE49-F238E27FC236}">
                    <a16:creationId xmlns:a16="http://schemas.microsoft.com/office/drawing/2014/main" id="{C1EC7496-596E-301D-0D17-5A2DD328D39C}"/>
                  </a:ext>
                </a:extLst>
              </p14:cNvPr>
              <p14:cNvContentPartPr/>
              <p14:nvPr/>
            </p14:nvContentPartPr>
            <p14:xfrm>
              <a:off x="666927" y="6646130"/>
              <a:ext cx="608967" cy="11373"/>
            </p14:xfrm>
          </p:contentPart>
        </mc:Choice>
        <mc:Fallback xmlns="">
          <p:pic>
            <p:nvPicPr>
              <p:cNvPr id="6" name="Encre 5">
                <a:extLst>
                  <a:ext uri="{FF2B5EF4-FFF2-40B4-BE49-F238E27FC236}">
                    <a16:creationId xmlns:a16="http://schemas.microsoft.com/office/drawing/2014/main" id="{C1EC7496-596E-301D-0D17-5A2DD328D39C}"/>
                  </a:ext>
                </a:extLst>
              </p:cNvPr>
              <p:cNvPicPr/>
              <p:nvPr/>
            </p:nvPicPr>
            <p:blipFill>
              <a:blip r:embed="rId9"/>
              <a:stretch>
                <a:fillRect/>
              </a:stretch>
            </p:blipFill>
            <p:spPr>
              <a:xfrm>
                <a:off x="649302" y="6088853"/>
                <a:ext cx="644577" cy="11373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9" name="Encre 8">
                <a:extLst>
                  <a:ext uri="{FF2B5EF4-FFF2-40B4-BE49-F238E27FC236}">
                    <a16:creationId xmlns:a16="http://schemas.microsoft.com/office/drawing/2014/main" id="{D749F6FB-6878-96CD-1E81-3744A81A2071}"/>
                  </a:ext>
                </a:extLst>
              </p14:cNvPr>
              <p14:cNvContentPartPr/>
              <p14:nvPr/>
            </p14:nvContentPartPr>
            <p14:xfrm>
              <a:off x="362003" y="6399128"/>
              <a:ext cx="1250656" cy="254066"/>
            </p14:xfrm>
          </p:contentPart>
        </mc:Choice>
        <mc:Fallback xmlns="">
          <p:pic>
            <p:nvPicPr>
              <p:cNvPr id="9" name="Encre 8">
                <a:extLst>
                  <a:ext uri="{FF2B5EF4-FFF2-40B4-BE49-F238E27FC236}">
                    <a16:creationId xmlns:a16="http://schemas.microsoft.com/office/drawing/2014/main" id="{D749F6FB-6878-96CD-1E81-3744A81A2071}"/>
                  </a:ext>
                </a:extLst>
              </p:cNvPr>
              <p:cNvPicPr/>
              <p:nvPr/>
            </p:nvPicPr>
            <p:blipFill>
              <a:blip r:embed="rId11"/>
              <a:stretch>
                <a:fillRect/>
              </a:stretch>
            </p:blipFill>
            <p:spPr>
              <a:xfrm>
                <a:off x="344008" y="6381160"/>
                <a:ext cx="1286286" cy="289642"/>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0" name="Encre 9">
                <a:extLst>
                  <a:ext uri="{FF2B5EF4-FFF2-40B4-BE49-F238E27FC236}">
                    <a16:creationId xmlns:a16="http://schemas.microsoft.com/office/drawing/2014/main" id="{A417030A-9223-D668-9B7D-77E954DD1584}"/>
                  </a:ext>
                </a:extLst>
              </p14:cNvPr>
              <p14:cNvContentPartPr/>
              <p14:nvPr/>
            </p14:nvContentPartPr>
            <p14:xfrm>
              <a:off x="188521" y="6518956"/>
              <a:ext cx="1105952" cy="104108"/>
            </p14:xfrm>
          </p:contentPart>
        </mc:Choice>
        <mc:Fallback xmlns="">
          <p:pic>
            <p:nvPicPr>
              <p:cNvPr id="10" name="Encre 9">
                <a:extLst>
                  <a:ext uri="{FF2B5EF4-FFF2-40B4-BE49-F238E27FC236}">
                    <a16:creationId xmlns:a16="http://schemas.microsoft.com/office/drawing/2014/main" id="{A417030A-9223-D668-9B7D-77E954DD1584}"/>
                  </a:ext>
                </a:extLst>
              </p:cNvPr>
              <p:cNvPicPr/>
              <p:nvPr/>
            </p:nvPicPr>
            <p:blipFill>
              <a:blip r:embed="rId13"/>
              <a:stretch>
                <a:fillRect/>
              </a:stretch>
            </p:blipFill>
            <p:spPr>
              <a:xfrm>
                <a:off x="170886" y="6501006"/>
                <a:ext cx="1141581" cy="139648"/>
              </a:xfrm>
              <a:prstGeom prst="rect">
                <a:avLst/>
              </a:prstGeom>
            </p:spPr>
          </p:pic>
        </mc:Fallback>
      </mc:AlternateContent>
      <p:pic>
        <p:nvPicPr>
          <p:cNvPr id="12" name="Image 11" descr="Une image contenant texte, capture d’écran, Police, nombre&#10;&#10;Le contenu généré par l’IA peut être incorrect.">
            <a:extLst>
              <a:ext uri="{FF2B5EF4-FFF2-40B4-BE49-F238E27FC236}">
                <a16:creationId xmlns:a16="http://schemas.microsoft.com/office/drawing/2014/main" id="{3657E97A-0946-461A-F7EA-10D878A45A95}"/>
              </a:ext>
            </a:extLst>
          </p:cNvPr>
          <p:cNvPicPr>
            <a:picLocks noChangeAspect="1"/>
          </p:cNvPicPr>
          <p:nvPr/>
        </p:nvPicPr>
        <p:blipFill>
          <a:blip r:embed="rId14"/>
          <a:stretch>
            <a:fillRect/>
          </a:stretch>
        </p:blipFill>
        <p:spPr>
          <a:xfrm>
            <a:off x="844313" y="1681375"/>
            <a:ext cx="4157165" cy="3495248"/>
          </a:xfrm>
          <a:prstGeom prst="rect">
            <a:avLst/>
          </a:prstGeom>
        </p:spPr>
      </p:pic>
    </p:spTree>
    <p:extLst>
      <p:ext uri="{BB962C8B-B14F-4D97-AF65-F5344CB8AC3E}">
        <p14:creationId xmlns:p14="http://schemas.microsoft.com/office/powerpoint/2010/main" val="29910194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4">
            <a:extLst>
              <a:ext uri="{FF2B5EF4-FFF2-40B4-BE49-F238E27FC236}">
                <a16:creationId xmlns:a16="http://schemas.microsoft.com/office/drawing/2014/main" id="{283D5029-6CA1-46AB-BAD4-F42D8F8BACC1}"/>
              </a:ext>
            </a:extLst>
          </p:cNvPr>
          <p:cNvSpPr>
            <a:spLocks noGrp="1"/>
          </p:cNvSpPr>
          <p:nvPr>
            <p:ph type="dt" sz="half" idx="15"/>
          </p:nvPr>
        </p:nvSpPr>
        <p:spPr/>
        <p:txBody>
          <a:bodyPr/>
          <a:lstStyle/>
          <a:p>
            <a:r>
              <a:rPr lang="en-US"/>
              <a:t>4/30/2026</a:t>
            </a:r>
            <a:endParaRPr lang="en-GB"/>
          </a:p>
        </p:txBody>
      </p:sp>
      <p:sp>
        <p:nvSpPr>
          <p:cNvPr id="8" name="文本占位符 7">
            <a:extLst>
              <a:ext uri="{FF2B5EF4-FFF2-40B4-BE49-F238E27FC236}">
                <a16:creationId xmlns:a16="http://schemas.microsoft.com/office/drawing/2014/main" id="{C7907202-7BA1-E9D0-C4C9-966E2820C8A2}"/>
              </a:ext>
            </a:extLst>
          </p:cNvPr>
          <p:cNvSpPr>
            <a:spLocks noGrp="1"/>
          </p:cNvSpPr>
          <p:nvPr>
            <p:ph type="body" sz="quarter" idx="20"/>
          </p:nvPr>
        </p:nvSpPr>
        <p:spPr/>
        <p:txBody>
          <a:bodyPr vert="horz" lIns="91440" tIns="45720" rIns="91440" bIns="45720" rtlCol="0" anchor="t">
            <a:noAutofit/>
          </a:bodyPr>
          <a:lstStyle/>
          <a:p>
            <a:r>
              <a:rPr lang="fr-FR" altLang="zh-CN" sz="1400" b="1">
                <a:ea typeface="+mn-lt"/>
                <a:cs typeface="+mn-lt"/>
              </a:rPr>
              <a:t>The</a:t>
            </a:r>
            <a:r>
              <a:rPr lang="zh-CN" sz="1400" b="1">
                <a:ea typeface="+mn-lt"/>
                <a:cs typeface="+mn-lt"/>
              </a:rPr>
              <a:t> </a:t>
            </a:r>
            <a:r>
              <a:rPr lang="fr-FR" altLang="zh-CN" sz="1400" b="1" err="1">
                <a:ea typeface="+mn-lt"/>
                <a:cs typeface="+mn-lt"/>
              </a:rPr>
              <a:t>backtest</a:t>
            </a:r>
            <a:r>
              <a:rPr lang="zh-CN" sz="1400" b="1">
                <a:ea typeface="+mn-lt"/>
                <a:cs typeface="+mn-lt"/>
              </a:rPr>
              <a:t> </a:t>
            </a:r>
            <a:r>
              <a:rPr lang="fr-FR" altLang="zh-CN" sz="1400" b="1" err="1">
                <a:ea typeface="+mn-lt"/>
                <a:cs typeface="+mn-lt"/>
              </a:rPr>
              <a:t>provide</a:t>
            </a:r>
            <a:r>
              <a:rPr lang="zh-CN" sz="1400" b="1">
                <a:ea typeface="+mn-lt"/>
                <a:cs typeface="+mn-lt"/>
              </a:rPr>
              <a:t>s</a:t>
            </a:r>
            <a:r>
              <a:rPr lang="zh-CN" altLang="fr-FR" sz="1400" b="1">
                <a:ea typeface="+mn-lt"/>
                <a:cs typeface="+mn-lt"/>
              </a:rPr>
              <a:t> </a:t>
            </a:r>
            <a:r>
              <a:rPr lang="fr-FR" altLang="zh-CN" sz="1400" b="1" err="1">
                <a:ea typeface="+mn-lt"/>
                <a:cs typeface="+mn-lt"/>
              </a:rPr>
              <a:t>encour</a:t>
            </a:r>
            <a:r>
              <a:rPr lang="zh-CN" sz="1400" b="1">
                <a:ea typeface="+mn-lt"/>
                <a:cs typeface="+mn-lt"/>
              </a:rPr>
              <a:t>a</a:t>
            </a:r>
            <a:r>
              <a:rPr lang="fr-FR" altLang="zh-CN" sz="1400" b="1" err="1">
                <a:ea typeface="+mn-lt"/>
                <a:cs typeface="+mn-lt"/>
              </a:rPr>
              <a:t>ging</a:t>
            </a:r>
            <a:r>
              <a:rPr lang="zh-CN" altLang="fr-FR" sz="1400" b="1">
                <a:ea typeface="+mn-lt"/>
                <a:cs typeface="+mn-lt"/>
              </a:rPr>
              <a:t> </a:t>
            </a:r>
            <a:r>
              <a:rPr lang="fr-FR" altLang="zh-CN" sz="1400" b="1">
                <a:ea typeface="+mn-lt"/>
                <a:cs typeface="+mn-lt"/>
              </a:rPr>
              <a:t>OOS</a:t>
            </a:r>
            <a:r>
              <a:rPr lang="zh-CN" altLang="fr-FR" sz="1400" b="1">
                <a:ea typeface="+mn-lt"/>
                <a:cs typeface="+mn-lt"/>
              </a:rPr>
              <a:t> </a:t>
            </a:r>
            <a:r>
              <a:rPr lang="fr-FR" altLang="zh-CN" sz="1400" b="1" err="1">
                <a:ea typeface="+mn-lt"/>
                <a:cs typeface="+mn-lt"/>
              </a:rPr>
              <a:t>evidence</a:t>
            </a:r>
            <a:r>
              <a:rPr lang="zh-CN" altLang="fr-FR" sz="1400" b="1">
                <a:ea typeface="+mn-lt"/>
                <a:cs typeface="+mn-lt"/>
              </a:rPr>
              <a:t> </a:t>
            </a:r>
            <a:r>
              <a:rPr lang="fr-FR" altLang="zh-CN" sz="1400" b="1">
                <a:ea typeface="+mn-lt"/>
                <a:cs typeface="+mn-lt"/>
              </a:rPr>
              <a:t>of</a:t>
            </a:r>
            <a:r>
              <a:rPr lang="zh-CN" altLang="fr-FR" sz="1400" b="1">
                <a:ea typeface="+mn-lt"/>
                <a:cs typeface="+mn-lt"/>
              </a:rPr>
              <a:t> </a:t>
            </a:r>
            <a:r>
              <a:rPr lang="fr-FR" altLang="zh-CN" sz="1400" b="1">
                <a:ea typeface="+mn-lt"/>
                <a:cs typeface="+mn-lt"/>
              </a:rPr>
              <a:t>a</a:t>
            </a:r>
            <a:r>
              <a:rPr lang="zh-CN" sz="1400" b="1">
                <a:ea typeface="+mn-lt"/>
                <a:cs typeface="+mn-lt"/>
              </a:rPr>
              <a:t> </a:t>
            </a:r>
            <a:r>
              <a:rPr lang="fr-FR" altLang="zh-CN" sz="1400" b="1">
                <a:ea typeface="+mn-lt"/>
                <a:cs typeface="+mn-lt"/>
              </a:rPr>
              <a:t>re</a:t>
            </a:r>
            <a:r>
              <a:rPr lang="zh-CN" sz="1400" b="1">
                <a:ea typeface="+mn-lt"/>
                <a:cs typeface="+mn-lt"/>
              </a:rPr>
              <a:t>si</a:t>
            </a:r>
            <a:r>
              <a:rPr lang="fr-FR" altLang="zh-CN" sz="1400" b="1">
                <a:ea typeface="+mn-lt"/>
                <a:cs typeface="+mn-lt"/>
              </a:rPr>
              <a:t>du</a:t>
            </a:r>
            <a:r>
              <a:rPr lang="zh-CN" sz="1400" b="1">
                <a:ea typeface="+mn-lt"/>
                <a:cs typeface="+mn-lt"/>
              </a:rPr>
              <a:t>al</a:t>
            </a:r>
            <a:r>
              <a:rPr lang="fr-FR" altLang="zh-CN" sz="1400" b="1">
                <a:ea typeface="+mn-lt"/>
                <a:cs typeface="+mn-lt"/>
              </a:rPr>
              <a:t>-</a:t>
            </a:r>
            <a:r>
              <a:rPr lang="fr-FR" altLang="zh-CN" sz="1400" b="1" err="1">
                <a:ea typeface="+mn-lt"/>
                <a:cs typeface="+mn-lt"/>
              </a:rPr>
              <a:t>ranking</a:t>
            </a:r>
            <a:r>
              <a:rPr lang="zh-CN" altLang="fr-FR" sz="1400" b="1">
                <a:ea typeface="+mn-lt"/>
                <a:cs typeface="+mn-lt"/>
              </a:rPr>
              <a:t> </a:t>
            </a:r>
            <a:r>
              <a:rPr lang="zh-CN" sz="1400" b="1">
                <a:ea typeface="+mn-lt"/>
                <a:cs typeface="+mn-lt"/>
              </a:rPr>
              <a:t>signal </a:t>
            </a:r>
            <a:r>
              <a:rPr lang="fr-FR" altLang="zh-CN" sz="1400" b="1">
                <a:ea typeface="+mn-lt"/>
                <a:cs typeface="+mn-lt"/>
              </a:rPr>
              <a:t>a</a:t>
            </a:r>
            <a:r>
              <a:rPr lang="zh-CN" sz="1400" b="1">
                <a:ea typeface="+mn-lt"/>
                <a:cs typeface="+mn-lt"/>
              </a:rPr>
              <a:t>fter cost</a:t>
            </a:r>
            <a:r>
              <a:rPr lang="fr-FR" altLang="zh-CN" sz="1400" b="1">
                <a:ea typeface="+mn-lt"/>
                <a:cs typeface="+mn-lt"/>
              </a:rPr>
              <a:t>s</a:t>
            </a:r>
            <a:r>
              <a:rPr lang="zh-CN" sz="1400" b="1">
                <a:ea typeface="+mn-lt"/>
                <a:cs typeface="+mn-lt"/>
              </a:rPr>
              <a:t> and </a:t>
            </a:r>
            <a:r>
              <a:rPr lang="fr-FR" altLang="zh-CN" sz="1400" b="1">
                <a:ea typeface="+mn-lt"/>
                <a:cs typeface="+mn-lt"/>
              </a:rPr>
              <a:t>f</a:t>
            </a:r>
            <a:r>
              <a:rPr lang="zh-CN" sz="1400" b="1">
                <a:ea typeface="+mn-lt"/>
                <a:cs typeface="+mn-lt"/>
              </a:rPr>
              <a:t>a</a:t>
            </a:r>
            <a:r>
              <a:rPr lang="fr-FR" altLang="zh-CN" sz="1400" b="1" err="1">
                <a:ea typeface="+mn-lt"/>
                <a:cs typeface="+mn-lt"/>
              </a:rPr>
              <a:t>ctor</a:t>
            </a:r>
            <a:r>
              <a:rPr lang="zh-CN" altLang="fr-FR" sz="1400" b="1">
                <a:ea typeface="+mn-lt"/>
                <a:cs typeface="+mn-lt"/>
              </a:rPr>
              <a:t> </a:t>
            </a:r>
            <a:r>
              <a:rPr lang="fr-FR" altLang="zh-CN" sz="1400" b="1" err="1">
                <a:ea typeface="+mn-lt"/>
                <a:cs typeface="+mn-lt"/>
              </a:rPr>
              <a:t>neu</a:t>
            </a:r>
            <a:r>
              <a:rPr lang="zh-CN" sz="1400" b="1">
                <a:ea typeface="+mn-lt"/>
                <a:cs typeface="+mn-lt"/>
              </a:rPr>
              <a:t>t</a:t>
            </a:r>
            <a:r>
              <a:rPr lang="fr-FR" altLang="zh-CN" sz="1400" b="1">
                <a:ea typeface="+mn-lt"/>
                <a:cs typeface="+mn-lt"/>
              </a:rPr>
              <a:t>r</a:t>
            </a:r>
            <a:r>
              <a:rPr lang="zh-CN" sz="1400" b="1">
                <a:ea typeface="+mn-lt"/>
                <a:cs typeface="+mn-lt"/>
              </a:rPr>
              <a:t>ali</a:t>
            </a:r>
            <a:r>
              <a:rPr lang="fr-FR" altLang="zh-CN" sz="1400" b="1">
                <a:ea typeface="+mn-lt"/>
                <a:cs typeface="+mn-lt"/>
              </a:rPr>
              <a:t>z</a:t>
            </a:r>
            <a:r>
              <a:rPr lang="zh-CN" sz="1400" b="1">
                <a:ea typeface="+mn-lt"/>
                <a:cs typeface="+mn-lt"/>
              </a:rPr>
              <a:t>ation</a:t>
            </a:r>
            <a:r>
              <a:rPr lang="fr-FR" altLang="zh-CN" sz="1400" b="1">
                <a:ea typeface="+mn-lt"/>
                <a:cs typeface="+mn-lt"/>
              </a:rPr>
              <a:t>,</a:t>
            </a:r>
            <a:r>
              <a:rPr lang="zh-CN" altLang="fr-FR" sz="1400" b="1">
                <a:ea typeface="+mn-lt"/>
                <a:cs typeface="+mn-lt"/>
              </a:rPr>
              <a:t> </a:t>
            </a:r>
            <a:r>
              <a:rPr lang="fr-FR" altLang="zh-CN" sz="1400" b="1">
                <a:ea typeface="+mn-lt"/>
                <a:cs typeface="+mn-lt"/>
              </a:rPr>
              <a:t>but</a:t>
            </a:r>
            <a:r>
              <a:rPr lang="zh-CN" altLang="fr-FR" sz="1400" b="1">
                <a:ea typeface="+mn-lt"/>
                <a:cs typeface="+mn-lt"/>
              </a:rPr>
              <a:t> </a:t>
            </a:r>
            <a:r>
              <a:rPr lang="fr-FR" altLang="zh-CN" sz="1400" b="1" err="1">
                <a:ea typeface="+mn-lt"/>
                <a:cs typeface="+mn-lt"/>
              </a:rPr>
              <a:t>further</a:t>
            </a:r>
            <a:r>
              <a:rPr lang="zh-CN" altLang="fr-FR" sz="1400" b="1">
                <a:ea typeface="+mn-lt"/>
                <a:cs typeface="+mn-lt"/>
              </a:rPr>
              <a:t> </a:t>
            </a:r>
            <a:r>
              <a:rPr lang="fr-FR" altLang="zh-CN" sz="1400" b="1" err="1">
                <a:ea typeface="+mn-lt"/>
                <a:cs typeface="+mn-lt"/>
              </a:rPr>
              <a:t>robustness</a:t>
            </a:r>
            <a:r>
              <a:rPr lang="zh-CN" altLang="fr-FR" sz="1400" b="1">
                <a:ea typeface="+mn-lt"/>
                <a:cs typeface="+mn-lt"/>
              </a:rPr>
              <a:t> </a:t>
            </a:r>
            <a:r>
              <a:rPr lang="fr-FR" altLang="zh-CN" sz="1400" b="1" err="1">
                <a:ea typeface="+mn-lt"/>
                <a:cs typeface="+mn-lt"/>
              </a:rPr>
              <a:t>work</a:t>
            </a:r>
            <a:r>
              <a:rPr lang="zh-CN" altLang="fr-FR" sz="1400" b="1">
                <a:ea typeface="+mn-lt"/>
                <a:cs typeface="+mn-lt"/>
              </a:rPr>
              <a:t> </a:t>
            </a:r>
            <a:r>
              <a:rPr lang="fr-FR" altLang="zh-CN" sz="1400" b="1" err="1">
                <a:ea typeface="+mn-lt"/>
                <a:cs typeface="+mn-lt"/>
              </a:rPr>
              <a:t>is</a:t>
            </a:r>
            <a:r>
              <a:rPr lang="zh-CN" altLang="fr-FR" sz="1400" b="1">
                <a:ea typeface="+mn-lt"/>
                <a:cs typeface="+mn-lt"/>
              </a:rPr>
              <a:t> </a:t>
            </a:r>
            <a:r>
              <a:rPr lang="fr-FR" altLang="zh-CN" sz="1400" b="1" err="1">
                <a:ea typeface="+mn-lt"/>
                <a:cs typeface="+mn-lt"/>
              </a:rPr>
              <a:t>needed</a:t>
            </a:r>
            <a:r>
              <a:rPr lang="fr-FR" altLang="zh-CN" sz="1400" b="1">
                <a:ea typeface="+mn-lt"/>
                <a:cs typeface="+mn-lt"/>
              </a:rPr>
              <a:t>.</a:t>
            </a:r>
            <a:endParaRPr lang="zh-CN" sz="1400" b="1">
              <a:ea typeface="+mn-lt"/>
              <a:cs typeface="+mn-lt"/>
            </a:endParaRPr>
          </a:p>
          <a:p>
            <a:endParaRPr lang="zh-CN" altLang="fr-FR" sz="1400" b="1">
              <a:latin typeface="Myriad Set Pro"/>
            </a:endParaRPr>
          </a:p>
          <a:p>
            <a:endParaRPr lang="zh-CN" altLang="en-US"/>
          </a:p>
        </p:txBody>
      </p:sp>
      <p:sp>
        <p:nvSpPr>
          <p:cNvPr id="10" name="Espace réservé du contenu 9">
            <a:extLst>
              <a:ext uri="{FF2B5EF4-FFF2-40B4-BE49-F238E27FC236}">
                <a16:creationId xmlns:a16="http://schemas.microsoft.com/office/drawing/2014/main" id="{C760B504-7B39-EB4B-4F91-0312A886836F}"/>
              </a:ext>
            </a:extLst>
          </p:cNvPr>
          <p:cNvSpPr>
            <a:spLocks noGrp="1"/>
          </p:cNvSpPr>
          <p:nvPr>
            <p:ph idx="1"/>
          </p:nvPr>
        </p:nvSpPr>
        <p:spPr>
          <a:xfrm>
            <a:off x="357790" y="1467332"/>
            <a:ext cx="5749153" cy="4712867"/>
          </a:xfrm>
        </p:spPr>
        <p:txBody>
          <a:bodyPr vert="horz" lIns="91440" tIns="45720" rIns="91440" bIns="45720" rtlCol="0" anchor="t">
            <a:noAutofit/>
          </a:bodyPr>
          <a:lstStyle/>
          <a:p>
            <a:r>
              <a:rPr lang="fr-FR" sz="1400" b="1">
                <a:ea typeface="+mn-lt"/>
                <a:cs typeface="+mn-lt"/>
              </a:rPr>
              <a:t>Key Limitations</a:t>
            </a:r>
          </a:p>
          <a:p>
            <a:r>
              <a:rPr lang="fr-FR" sz="1400" b="1" dirty="0">
                <a:ea typeface="+mn-lt"/>
                <a:cs typeface="+mn-lt"/>
              </a:rPr>
              <a:t>1. Structural break </a:t>
            </a:r>
            <a:r>
              <a:rPr lang="fr-FR" sz="1400" b="1" dirty="0" err="1">
                <a:ea typeface="+mn-lt"/>
                <a:cs typeface="+mn-lt"/>
              </a:rPr>
              <a:t>sensitivity</a:t>
            </a:r>
            <a:endParaRPr lang="fr-FR" sz="1400" b="1" dirty="0" err="1"/>
          </a:p>
          <a:p>
            <a:r>
              <a:rPr lang="fr-FR" sz="1400" dirty="0">
                <a:ea typeface="+mn-lt"/>
                <a:cs typeface="+mn-lt"/>
              </a:rPr>
              <a:t>The model </a:t>
            </a:r>
            <a:r>
              <a:rPr lang="fr-FR" sz="1400" dirty="0" err="1">
                <a:ea typeface="+mn-lt"/>
                <a:cs typeface="+mn-lt"/>
              </a:rPr>
              <a:t>struggles</a:t>
            </a:r>
            <a:r>
              <a:rPr lang="fr-FR" sz="1400" dirty="0">
                <a:ea typeface="+mn-lt"/>
                <a:cs typeface="+mn-lt"/>
              </a:rPr>
              <a:t> </a:t>
            </a:r>
            <a:r>
              <a:rPr lang="fr-FR" sz="1400" dirty="0" err="1">
                <a:ea typeface="+mn-lt"/>
                <a:cs typeface="+mn-lt"/>
              </a:rPr>
              <a:t>during</a:t>
            </a:r>
            <a:r>
              <a:rPr lang="fr-FR" sz="1400" dirty="0">
                <a:ea typeface="+mn-lt"/>
                <a:cs typeface="+mn-lt"/>
              </a:rPr>
              <a:t> </a:t>
            </a:r>
            <a:r>
              <a:rPr lang="fr-FR" sz="1400" dirty="0" err="1">
                <a:ea typeface="+mn-lt"/>
                <a:cs typeface="+mn-lt"/>
              </a:rPr>
              <a:t>extreme</a:t>
            </a:r>
            <a:r>
              <a:rPr lang="fr-FR" sz="1400" dirty="0">
                <a:ea typeface="+mn-lt"/>
                <a:cs typeface="+mn-lt"/>
              </a:rPr>
              <a:t> </a:t>
            </a:r>
            <a:r>
              <a:rPr lang="fr-FR" sz="1400" dirty="0" err="1">
                <a:ea typeface="+mn-lt"/>
                <a:cs typeface="+mn-lt"/>
              </a:rPr>
              <a:t>market</a:t>
            </a:r>
            <a:r>
              <a:rPr lang="fr-FR" sz="1400" dirty="0">
                <a:ea typeface="+mn-lt"/>
                <a:cs typeface="+mn-lt"/>
              </a:rPr>
              <a:t> </a:t>
            </a:r>
            <a:r>
              <a:rPr lang="fr-FR" sz="1400" dirty="0" err="1">
                <a:ea typeface="+mn-lt"/>
                <a:cs typeface="+mn-lt"/>
              </a:rPr>
              <a:t>regimes</a:t>
            </a:r>
            <a:r>
              <a:rPr lang="fr-FR" sz="1400" dirty="0">
                <a:ea typeface="+mn-lt"/>
                <a:cs typeface="+mn-lt"/>
              </a:rPr>
              <a:t>. During COVID-19, </a:t>
            </a:r>
            <a:r>
              <a:rPr lang="fr-FR" sz="1400" dirty="0" err="1">
                <a:ea typeface="+mn-lt"/>
                <a:cs typeface="+mn-lt"/>
              </a:rPr>
              <a:t>highly</a:t>
            </a:r>
            <a:r>
              <a:rPr lang="fr-FR" sz="1400" dirty="0">
                <a:ea typeface="+mn-lt"/>
                <a:cs typeface="+mn-lt"/>
              </a:rPr>
              <a:t> </a:t>
            </a:r>
            <a:r>
              <a:rPr lang="fr-FR" sz="1400" dirty="0" err="1">
                <a:ea typeface="+mn-lt"/>
                <a:cs typeface="+mn-lt"/>
              </a:rPr>
              <a:t>correlated</a:t>
            </a:r>
            <a:r>
              <a:rPr lang="fr-FR" sz="1400" dirty="0">
                <a:ea typeface="+mn-lt"/>
                <a:cs typeface="+mn-lt"/>
              </a:rPr>
              <a:t> </a:t>
            </a:r>
            <a:r>
              <a:rPr lang="fr-FR" sz="1400" dirty="0" err="1">
                <a:ea typeface="+mn-lt"/>
                <a:cs typeface="+mn-lt"/>
              </a:rPr>
              <a:t>curve</a:t>
            </a:r>
            <a:r>
              <a:rPr lang="fr-FR" sz="1400" dirty="0">
                <a:ea typeface="+mn-lt"/>
                <a:cs typeface="+mn-lt"/>
              </a:rPr>
              <a:t> moves </a:t>
            </a:r>
            <a:r>
              <a:rPr lang="fr-FR" sz="1400" dirty="0" err="1">
                <a:ea typeface="+mn-lt"/>
                <a:cs typeface="+mn-lt"/>
              </a:rPr>
              <a:t>reduced</a:t>
            </a:r>
            <a:r>
              <a:rPr lang="fr-FR" sz="1400" dirty="0">
                <a:ea typeface="+mn-lt"/>
                <a:cs typeface="+mn-lt"/>
              </a:rPr>
              <a:t> cross-sectional dispersion and </a:t>
            </a:r>
            <a:r>
              <a:rPr lang="fr-FR" sz="1400" dirty="0" err="1">
                <a:ea typeface="+mn-lt"/>
                <a:cs typeface="+mn-lt"/>
              </a:rPr>
              <a:t>weakened</a:t>
            </a:r>
            <a:r>
              <a:rPr lang="fr-FR" sz="1400" dirty="0">
                <a:ea typeface="+mn-lt"/>
                <a:cs typeface="+mn-lt"/>
              </a:rPr>
              <a:t> </a:t>
            </a:r>
            <a:r>
              <a:rPr lang="fr-FR" sz="1400" dirty="0" err="1">
                <a:ea typeface="+mn-lt"/>
                <a:cs typeface="+mn-lt"/>
              </a:rPr>
              <a:t>residual</a:t>
            </a:r>
            <a:r>
              <a:rPr lang="fr-FR" sz="1400" dirty="0">
                <a:ea typeface="+mn-lt"/>
                <a:cs typeface="+mn-lt"/>
              </a:rPr>
              <a:t> </a:t>
            </a:r>
            <a:r>
              <a:rPr lang="fr-FR" sz="1400" dirty="0" err="1">
                <a:ea typeface="+mn-lt"/>
                <a:cs typeface="+mn-lt"/>
              </a:rPr>
              <a:t>signals</a:t>
            </a:r>
            <a:r>
              <a:rPr lang="fr-FR" sz="1400" dirty="0">
                <a:ea typeface="+mn-lt"/>
                <a:cs typeface="+mn-lt"/>
              </a:rPr>
              <a:t>.</a:t>
            </a:r>
            <a:endParaRPr lang="fr-FR" sz="1400" dirty="0"/>
          </a:p>
          <a:p>
            <a:r>
              <a:rPr lang="fr-FR" sz="1400" b="1">
                <a:ea typeface="+mn-lt"/>
                <a:cs typeface="+mn-lt"/>
              </a:rPr>
              <a:t>2. Roll-date contamination</a:t>
            </a:r>
            <a:endParaRPr lang="fr-FR" sz="1400" b="1"/>
          </a:p>
          <a:p>
            <a:r>
              <a:rPr lang="fr-FR" sz="1400" dirty="0">
                <a:ea typeface="+mn-lt"/>
                <a:cs typeface="+mn-lt"/>
              </a:rPr>
              <a:t>Roll </a:t>
            </a:r>
            <a:r>
              <a:rPr lang="fr-FR" sz="1400" dirty="0" err="1">
                <a:ea typeface="+mn-lt"/>
                <a:cs typeface="+mn-lt"/>
              </a:rPr>
              <a:t>adjustment</a:t>
            </a:r>
            <a:r>
              <a:rPr lang="fr-FR" sz="1400" dirty="0">
                <a:ea typeface="+mn-lt"/>
                <a:cs typeface="+mn-lt"/>
              </a:rPr>
              <a:t> </a:t>
            </a:r>
            <a:r>
              <a:rPr lang="fr-FR" sz="1400" dirty="0" err="1">
                <a:ea typeface="+mn-lt"/>
                <a:cs typeface="+mn-lt"/>
              </a:rPr>
              <a:t>significantly</a:t>
            </a:r>
            <a:r>
              <a:rPr lang="fr-FR" sz="1400" dirty="0">
                <a:ea typeface="+mn-lt"/>
                <a:cs typeface="+mn-lt"/>
              </a:rPr>
              <a:t> </a:t>
            </a:r>
            <a:r>
              <a:rPr lang="fr-FR" sz="1400" dirty="0" err="1">
                <a:ea typeface="+mn-lt"/>
                <a:cs typeface="+mn-lt"/>
              </a:rPr>
              <a:t>reduces</a:t>
            </a:r>
            <a:r>
              <a:rPr lang="fr-FR" sz="1400" dirty="0">
                <a:ea typeface="+mn-lt"/>
                <a:cs typeface="+mn-lt"/>
              </a:rPr>
              <a:t> continuation-</a:t>
            </a:r>
            <a:r>
              <a:rPr lang="fr-FR" sz="1400" dirty="0" err="1">
                <a:ea typeface="+mn-lt"/>
                <a:cs typeface="+mn-lt"/>
              </a:rPr>
              <a:t>series</a:t>
            </a:r>
            <a:r>
              <a:rPr lang="fr-FR" sz="1400" dirty="0">
                <a:ea typeface="+mn-lt"/>
                <a:cs typeface="+mn-lt"/>
              </a:rPr>
              <a:t> </a:t>
            </a:r>
            <a:r>
              <a:rPr lang="fr-FR" sz="1400" dirty="0" err="1">
                <a:ea typeface="+mn-lt"/>
                <a:cs typeface="+mn-lt"/>
              </a:rPr>
              <a:t>bias</a:t>
            </a:r>
            <a:r>
              <a:rPr lang="fr-FR" sz="1400" dirty="0">
                <a:ea typeface="+mn-lt"/>
                <a:cs typeface="+mn-lt"/>
              </a:rPr>
              <a:t> but end-of-</a:t>
            </a:r>
            <a:r>
              <a:rPr lang="fr-FR" sz="1400" dirty="0" err="1">
                <a:ea typeface="+mn-lt"/>
                <a:cs typeface="+mn-lt"/>
              </a:rPr>
              <a:t>month</a:t>
            </a:r>
            <a:r>
              <a:rPr lang="fr-FR" sz="1400" dirty="0">
                <a:latin typeface="Myriad Set Pro"/>
                <a:ea typeface="+mn-lt"/>
                <a:cs typeface="+mn-lt"/>
              </a:rPr>
              <a:t> </a:t>
            </a:r>
            <a:r>
              <a:rPr lang="fr-FR" sz="1400" dirty="0" err="1">
                <a:latin typeface="Myriad Set Pro"/>
                <a:ea typeface="+mn-lt"/>
                <a:cs typeface="+mn-lt"/>
              </a:rPr>
              <a:t>returns</a:t>
            </a:r>
            <a:r>
              <a:rPr lang="fr-FR" sz="1400" dirty="0">
                <a:latin typeface="Myriad Set Pro"/>
                <a:ea typeface="+mn-lt"/>
                <a:cs typeface="+mn-lt"/>
              </a:rPr>
              <a:t> </a:t>
            </a:r>
            <a:r>
              <a:rPr lang="fr-FR" sz="1400" dirty="0" err="1">
                <a:latin typeface="Myriad Set Pro"/>
                <a:ea typeface="+mn-lt"/>
                <a:cs typeface="+mn-lt"/>
              </a:rPr>
              <a:t>remain</a:t>
            </a:r>
            <a:r>
              <a:rPr lang="fr-FR" sz="1400" dirty="0">
                <a:latin typeface="Myriad Set Pro"/>
                <a:ea typeface="+mn-lt"/>
                <a:cs typeface="+mn-lt"/>
              </a:rPr>
              <a:t> high.</a:t>
            </a:r>
            <a:r>
              <a:rPr lang="fr-FR" sz="1400" dirty="0">
                <a:ea typeface="+mn-lt"/>
                <a:cs typeface="+mn-lt"/>
              </a:rPr>
              <a:t> </a:t>
            </a:r>
            <a:endParaRPr lang="fr-FR" sz="1400" dirty="0"/>
          </a:p>
          <a:p>
            <a:r>
              <a:rPr lang="fr-FR" sz="1400" b="1" dirty="0">
                <a:ea typeface="+mn-lt"/>
                <a:cs typeface="+mn-lt"/>
              </a:rPr>
              <a:t>3. </a:t>
            </a:r>
            <a:r>
              <a:rPr lang="fr-FR" sz="1400" b="1" dirty="0" err="1">
                <a:ea typeface="+mn-lt"/>
                <a:cs typeface="+mn-lt"/>
              </a:rPr>
              <a:t>Simplified</a:t>
            </a:r>
            <a:r>
              <a:rPr lang="fr-FR" sz="1400" b="1" dirty="0">
                <a:ea typeface="+mn-lt"/>
                <a:cs typeface="+mn-lt"/>
              </a:rPr>
              <a:t> portfolio construction</a:t>
            </a:r>
            <a:endParaRPr lang="fr-FR" sz="1400" b="1" dirty="0"/>
          </a:p>
          <a:p>
            <a:r>
              <a:rPr lang="fr-FR" sz="1400" dirty="0">
                <a:ea typeface="+mn-lt"/>
                <a:cs typeface="+mn-lt"/>
              </a:rPr>
              <a:t>Current portfolio </a:t>
            </a:r>
            <a:r>
              <a:rPr lang="fr-FR" sz="1400" dirty="0" err="1">
                <a:ea typeface="+mn-lt"/>
                <a:cs typeface="+mn-lt"/>
              </a:rPr>
              <a:t>is</a:t>
            </a:r>
            <a:r>
              <a:rPr lang="fr-FR" sz="1400" dirty="0">
                <a:ea typeface="+mn-lt"/>
                <a:cs typeface="+mn-lt"/>
              </a:rPr>
              <a:t> </a:t>
            </a:r>
            <a:r>
              <a:rPr lang="fr-FR" sz="1400" dirty="0" err="1">
                <a:ea typeface="+mn-lt"/>
                <a:cs typeface="+mn-lt"/>
              </a:rPr>
              <a:t>rank-based</a:t>
            </a:r>
            <a:r>
              <a:rPr lang="fr-FR" sz="1400" dirty="0">
                <a:ea typeface="+mn-lt"/>
                <a:cs typeface="+mn-lt"/>
              </a:rPr>
              <a:t>. It </a:t>
            </a:r>
            <a:r>
              <a:rPr lang="fr-FR" sz="1400" dirty="0" err="1">
                <a:ea typeface="+mn-lt"/>
                <a:cs typeface="+mn-lt"/>
              </a:rPr>
              <a:t>does</a:t>
            </a:r>
            <a:r>
              <a:rPr lang="fr-FR" sz="1400" dirty="0">
                <a:ea typeface="+mn-lt"/>
                <a:cs typeface="+mn-lt"/>
              </a:rPr>
              <a:t> not </a:t>
            </a:r>
            <a:r>
              <a:rPr lang="fr-FR" sz="1400" dirty="0" err="1">
                <a:ea typeface="+mn-lt"/>
                <a:cs typeface="+mn-lt"/>
              </a:rPr>
              <a:t>yet</a:t>
            </a:r>
            <a:r>
              <a:rPr lang="fr-FR" sz="1400" dirty="0">
                <a:ea typeface="+mn-lt"/>
                <a:cs typeface="+mn-lt"/>
              </a:rPr>
              <a:t> </a:t>
            </a:r>
            <a:r>
              <a:rPr lang="fr-FR" sz="1400" dirty="0" err="1">
                <a:ea typeface="+mn-lt"/>
                <a:cs typeface="+mn-lt"/>
              </a:rPr>
              <a:t>adapt</a:t>
            </a:r>
            <a:r>
              <a:rPr lang="fr-FR" sz="1400" dirty="0">
                <a:ea typeface="+mn-lt"/>
                <a:cs typeface="+mn-lt"/>
              </a:rPr>
              <a:t> to </a:t>
            </a:r>
            <a:r>
              <a:rPr lang="fr-FR" sz="1400" dirty="0" err="1">
                <a:ea typeface="+mn-lt"/>
                <a:cs typeface="+mn-lt"/>
              </a:rPr>
              <a:t>contract-level</a:t>
            </a:r>
            <a:r>
              <a:rPr lang="fr-FR" sz="1400" dirty="0">
                <a:ea typeface="+mn-lt"/>
                <a:cs typeface="+mn-lt"/>
              </a:rPr>
              <a:t> </a:t>
            </a:r>
            <a:r>
              <a:rPr lang="fr-FR" sz="1400" dirty="0" err="1">
                <a:ea typeface="+mn-lt"/>
                <a:cs typeface="+mn-lt"/>
              </a:rPr>
              <a:t>volatility</a:t>
            </a:r>
            <a:r>
              <a:rPr lang="fr-FR" sz="1400" dirty="0">
                <a:ea typeface="+mn-lt"/>
                <a:cs typeface="+mn-lt"/>
              </a:rPr>
              <a:t>, </a:t>
            </a:r>
            <a:r>
              <a:rPr lang="fr-FR" sz="1400" dirty="0" err="1">
                <a:ea typeface="+mn-lt"/>
                <a:cs typeface="+mn-lt"/>
              </a:rPr>
              <a:t>liquidity</a:t>
            </a:r>
            <a:r>
              <a:rPr lang="fr-FR" sz="1400" dirty="0">
                <a:ea typeface="+mn-lt"/>
                <a:cs typeface="+mn-lt"/>
              </a:rPr>
              <a:t> or transaction-</a:t>
            </a:r>
            <a:r>
              <a:rPr lang="fr-FR" sz="1400" dirty="0" err="1">
                <a:ea typeface="+mn-lt"/>
                <a:cs typeface="+mn-lt"/>
              </a:rPr>
              <a:t>cost</a:t>
            </a:r>
            <a:r>
              <a:rPr lang="fr-FR" sz="1400" dirty="0">
                <a:ea typeface="+mn-lt"/>
                <a:cs typeface="+mn-lt"/>
              </a:rPr>
              <a:t> </a:t>
            </a:r>
            <a:r>
              <a:rPr lang="fr-FR" sz="1400" dirty="0" err="1">
                <a:ea typeface="+mn-lt"/>
                <a:cs typeface="+mn-lt"/>
              </a:rPr>
              <a:t>differences</a:t>
            </a:r>
            <a:r>
              <a:rPr lang="fr-FR" sz="1400" dirty="0">
                <a:ea typeface="+mn-lt"/>
                <a:cs typeface="+mn-lt"/>
              </a:rPr>
              <a:t>.</a:t>
            </a:r>
            <a:endParaRPr lang="fr-FR" sz="1400" dirty="0"/>
          </a:p>
          <a:p>
            <a:r>
              <a:rPr lang="fr-FR" sz="1400" b="1" dirty="0">
                <a:ea typeface="+mn-lt"/>
                <a:cs typeface="+mn-lt"/>
              </a:rPr>
              <a:t>4. </a:t>
            </a:r>
            <a:r>
              <a:rPr lang="fr-FR" sz="1400" b="1" dirty="0" err="1">
                <a:ea typeface="+mn-lt"/>
                <a:cs typeface="+mn-lt"/>
              </a:rPr>
              <a:t>Overfitting</a:t>
            </a:r>
            <a:r>
              <a:rPr lang="fr-FR" sz="1400" b="1" dirty="0">
                <a:ea typeface="+mn-lt"/>
                <a:cs typeface="+mn-lt"/>
              </a:rPr>
              <a:t> </a:t>
            </a:r>
            <a:r>
              <a:rPr lang="fr-FR" sz="1400" b="1" dirty="0" err="1">
                <a:ea typeface="+mn-lt"/>
                <a:cs typeface="+mn-lt"/>
              </a:rPr>
              <a:t>risk</a:t>
            </a:r>
            <a:endParaRPr lang="fr-FR" sz="1400" b="1" dirty="0" err="1"/>
          </a:p>
          <a:p>
            <a:r>
              <a:rPr lang="fr-FR" sz="1400" dirty="0" err="1">
                <a:ea typeface="+mn-lt"/>
                <a:cs typeface="+mn-lt"/>
              </a:rPr>
              <a:t>Although</a:t>
            </a:r>
            <a:r>
              <a:rPr lang="fr-FR" sz="1400" dirty="0">
                <a:ea typeface="+mn-lt"/>
                <a:cs typeface="+mn-lt"/>
              </a:rPr>
              <a:t> the </a:t>
            </a:r>
            <a:r>
              <a:rPr lang="fr-FR" sz="1400" dirty="0" err="1">
                <a:ea typeface="+mn-lt"/>
                <a:cs typeface="+mn-lt"/>
              </a:rPr>
              <a:t>selected</a:t>
            </a:r>
            <a:r>
              <a:rPr lang="fr-FR" sz="1400" dirty="0">
                <a:ea typeface="+mn-lt"/>
                <a:cs typeface="+mn-lt"/>
              </a:rPr>
              <a:t> </a:t>
            </a:r>
            <a:r>
              <a:rPr lang="fr-FR" sz="1400" dirty="0" err="1">
                <a:ea typeface="+mn-lt"/>
                <a:cs typeface="+mn-lt"/>
              </a:rPr>
              <a:t>XGBoost</a:t>
            </a:r>
            <a:r>
              <a:rPr lang="fr-FR" sz="1400" dirty="0">
                <a:ea typeface="+mn-lt"/>
                <a:cs typeface="+mn-lt"/>
              </a:rPr>
              <a:t> model has a </a:t>
            </a:r>
            <a:r>
              <a:rPr lang="fr-FR" sz="1400" dirty="0" err="1">
                <a:ea typeface="+mn-lt"/>
                <a:cs typeface="+mn-lt"/>
              </a:rPr>
              <a:t>low</a:t>
            </a:r>
            <a:r>
              <a:rPr lang="fr-FR" sz="1400" dirty="0">
                <a:ea typeface="+mn-lt"/>
                <a:cs typeface="+mn-lt"/>
              </a:rPr>
              <a:t> IC gap, the signal </a:t>
            </a:r>
            <a:r>
              <a:rPr lang="fr-FR" sz="1400" dirty="0" err="1">
                <a:ea typeface="+mn-lt"/>
                <a:cs typeface="+mn-lt"/>
              </a:rPr>
              <a:t>weakens</a:t>
            </a:r>
            <a:r>
              <a:rPr lang="fr-FR" sz="1400" dirty="0">
                <a:ea typeface="+mn-lt"/>
                <a:cs typeface="+mn-lt"/>
              </a:rPr>
              <a:t> in </a:t>
            </a:r>
            <a:r>
              <a:rPr lang="fr-FR" sz="1400" dirty="0" err="1">
                <a:ea typeface="+mn-lt"/>
                <a:cs typeface="+mn-lt"/>
              </a:rPr>
              <a:t>some</a:t>
            </a:r>
            <a:r>
              <a:rPr lang="fr-FR" sz="1400" dirty="0">
                <a:ea typeface="+mn-lt"/>
                <a:cs typeface="+mn-lt"/>
              </a:rPr>
              <a:t> </a:t>
            </a:r>
            <a:r>
              <a:rPr lang="fr-FR" sz="1400" dirty="0" err="1">
                <a:ea typeface="+mn-lt"/>
                <a:cs typeface="+mn-lt"/>
              </a:rPr>
              <a:t>sub-periods</a:t>
            </a:r>
            <a:r>
              <a:rPr lang="fr-FR" sz="1400" dirty="0">
                <a:ea typeface="+mn-lt"/>
                <a:cs typeface="+mn-lt"/>
              </a:rPr>
              <a:t>, </a:t>
            </a:r>
            <a:r>
              <a:rPr lang="fr-FR" sz="1400" dirty="0" err="1">
                <a:ea typeface="+mn-lt"/>
                <a:cs typeface="+mn-lt"/>
              </a:rPr>
              <a:t>suggesting</a:t>
            </a:r>
            <a:r>
              <a:rPr lang="fr-FR" sz="1400" dirty="0">
                <a:ea typeface="+mn-lt"/>
                <a:cs typeface="+mn-lt"/>
              </a:rPr>
              <a:t> </a:t>
            </a:r>
            <a:r>
              <a:rPr lang="fr-FR" sz="1400" dirty="0" err="1">
                <a:ea typeface="+mn-lt"/>
                <a:cs typeface="+mn-lt"/>
              </a:rPr>
              <a:t>regime-dependence</a:t>
            </a:r>
            <a:r>
              <a:rPr lang="fr-FR" sz="1400" dirty="0">
                <a:ea typeface="+mn-lt"/>
                <a:cs typeface="+mn-lt"/>
              </a:rPr>
              <a:t> and the </a:t>
            </a:r>
            <a:r>
              <a:rPr lang="fr-FR" sz="1400" dirty="0" err="1">
                <a:ea typeface="+mn-lt"/>
                <a:cs typeface="+mn-lt"/>
              </a:rPr>
              <a:t>need</a:t>
            </a:r>
            <a:r>
              <a:rPr lang="fr-FR" sz="1400" dirty="0">
                <a:ea typeface="+mn-lt"/>
                <a:cs typeface="+mn-lt"/>
              </a:rPr>
              <a:t> for </a:t>
            </a:r>
            <a:r>
              <a:rPr lang="fr-FR" sz="1400" dirty="0" err="1">
                <a:ea typeface="+mn-lt"/>
                <a:cs typeface="+mn-lt"/>
              </a:rPr>
              <a:t>further</a:t>
            </a:r>
            <a:r>
              <a:rPr lang="fr-FR" sz="1400" dirty="0">
                <a:ea typeface="+mn-lt"/>
                <a:cs typeface="+mn-lt"/>
              </a:rPr>
              <a:t> </a:t>
            </a:r>
            <a:r>
              <a:rPr lang="fr-FR" sz="1400" dirty="0" err="1">
                <a:ea typeface="+mn-lt"/>
                <a:cs typeface="+mn-lt"/>
              </a:rPr>
              <a:t>robustness</a:t>
            </a:r>
            <a:r>
              <a:rPr lang="fr-FR" sz="1400" dirty="0">
                <a:ea typeface="+mn-lt"/>
                <a:cs typeface="+mn-lt"/>
              </a:rPr>
              <a:t> </a:t>
            </a:r>
            <a:r>
              <a:rPr lang="fr-FR" sz="1400" dirty="0" err="1">
                <a:ea typeface="+mn-lt"/>
                <a:cs typeface="+mn-lt"/>
              </a:rPr>
              <a:t>testing</a:t>
            </a:r>
            <a:r>
              <a:rPr lang="fr-FR" sz="1400" dirty="0">
                <a:ea typeface="+mn-lt"/>
                <a:cs typeface="+mn-lt"/>
              </a:rPr>
              <a:t>.</a:t>
            </a:r>
            <a:endParaRPr lang="fr-FR">
              <a:ea typeface="+mn-lt"/>
              <a:cs typeface="+mn-lt"/>
            </a:endParaRPr>
          </a:p>
          <a:p>
            <a:pPr marL="171450" indent="-171450">
              <a:buFont typeface="Calibri" panose="020B0604020202020204" pitchFamily="34" charset="0"/>
              <a:buChar char="-"/>
            </a:pPr>
            <a:endParaRPr lang="fr-FR" sz="1400">
              <a:ea typeface="+mn-lt"/>
              <a:cs typeface="+mn-lt"/>
            </a:endParaRPr>
          </a:p>
          <a:p>
            <a:endParaRPr lang="fr-FR" sz="1400"/>
          </a:p>
          <a:p>
            <a:endParaRPr lang="fr-FR" sz="1400"/>
          </a:p>
        </p:txBody>
      </p:sp>
      <p:sp>
        <p:nvSpPr>
          <p:cNvPr id="14" name="Titre 19">
            <a:extLst>
              <a:ext uri="{FF2B5EF4-FFF2-40B4-BE49-F238E27FC236}">
                <a16:creationId xmlns:a16="http://schemas.microsoft.com/office/drawing/2014/main" id="{4C613BB6-11D9-9490-83A1-30052E4A1934}"/>
              </a:ext>
            </a:extLst>
          </p:cNvPr>
          <p:cNvSpPr txBox="1">
            <a:spLocks/>
          </p:cNvSpPr>
          <p:nvPr/>
        </p:nvSpPr>
        <p:spPr>
          <a:xfrm>
            <a:off x="682171" y="288925"/>
            <a:ext cx="11154229" cy="79407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kern="1200">
                <a:solidFill>
                  <a:schemeClr val="tx1"/>
                </a:solidFill>
                <a:latin typeface="Novecento sans wide UltraLight" panose="00000705000000000000" pitchFamily="50" charset="0"/>
                <a:ea typeface="+mj-ea"/>
                <a:cs typeface="+mj-cs"/>
              </a:defRPr>
            </a:lvl1pPr>
          </a:lstStyle>
          <a:p>
            <a:r>
              <a:rPr lang="en-US">
                <a:latin typeface="Novecento sans wide UltraLight"/>
              </a:rPr>
              <a:t>Limitations &amp; Next steps</a:t>
            </a:r>
            <a:endParaRPr lang="en-US"/>
          </a:p>
        </p:txBody>
      </p:sp>
      <p:sp>
        <p:nvSpPr>
          <p:cNvPr id="18" name="Espace réservé du contenu 17">
            <a:extLst>
              <a:ext uri="{FF2B5EF4-FFF2-40B4-BE49-F238E27FC236}">
                <a16:creationId xmlns:a16="http://schemas.microsoft.com/office/drawing/2014/main" id="{5FADD568-9B8B-E36E-0BA3-E98E93B98F72}"/>
              </a:ext>
            </a:extLst>
          </p:cNvPr>
          <p:cNvSpPr>
            <a:spLocks noGrp="1"/>
          </p:cNvSpPr>
          <p:nvPr>
            <p:ph idx="14"/>
          </p:nvPr>
        </p:nvSpPr>
        <p:spPr>
          <a:xfrm>
            <a:off x="6260185" y="1467333"/>
            <a:ext cx="5570960" cy="4597238"/>
          </a:xfrm>
        </p:spPr>
        <p:txBody>
          <a:bodyPr vert="horz" lIns="91440" tIns="45720" rIns="91440" bIns="45720" rtlCol="0" anchor="t">
            <a:noAutofit/>
          </a:bodyPr>
          <a:lstStyle/>
          <a:p>
            <a:r>
              <a:rPr lang="fr-FR" sz="1400" b="1" dirty="0">
                <a:ea typeface="+mn-lt"/>
                <a:cs typeface="+mn-lt"/>
              </a:rPr>
              <a:t>Next </a:t>
            </a:r>
            <a:r>
              <a:rPr lang="fr-FR" sz="1400" b="1" dirty="0" err="1">
                <a:ea typeface="+mn-lt"/>
                <a:cs typeface="+mn-lt"/>
              </a:rPr>
              <a:t>Steps</a:t>
            </a:r>
            <a:endParaRPr lang="fr-FR" sz="1400" b="1" dirty="0">
              <a:ea typeface="+mn-lt"/>
              <a:cs typeface="+mn-lt"/>
            </a:endParaRPr>
          </a:p>
          <a:p>
            <a:r>
              <a:rPr lang="fr-FR" sz="1400" b="1" dirty="0">
                <a:ea typeface="+mn-lt"/>
                <a:cs typeface="+mn-lt"/>
              </a:rPr>
              <a:t>1. </a:t>
            </a:r>
            <a:r>
              <a:rPr lang="fr-FR" sz="1400" b="1" dirty="0" err="1">
                <a:ea typeface="+mn-lt"/>
                <a:cs typeface="+mn-lt"/>
              </a:rPr>
              <a:t>Validate</a:t>
            </a:r>
            <a:r>
              <a:rPr lang="fr-FR" sz="1400" b="1" dirty="0">
                <a:ea typeface="+mn-lt"/>
                <a:cs typeface="+mn-lt"/>
              </a:rPr>
              <a:t> signal </a:t>
            </a:r>
            <a:r>
              <a:rPr lang="fr-FR" sz="1400" b="1" dirty="0" err="1">
                <a:ea typeface="+mn-lt"/>
                <a:cs typeface="+mn-lt"/>
              </a:rPr>
              <a:t>robustness</a:t>
            </a:r>
            <a:endParaRPr lang="fr-FR" sz="1400" b="1" dirty="0">
              <a:ea typeface="+mn-lt"/>
              <a:cs typeface="+mn-lt"/>
            </a:endParaRPr>
          </a:p>
          <a:p>
            <a:r>
              <a:rPr lang="fr-FR" sz="1400" dirty="0">
                <a:ea typeface="+mn-lt"/>
                <a:cs typeface="+mn-lt"/>
              </a:rPr>
              <a:t>Test alternative horizons H ∈ {3, 5, 10}, roll-exclusion </a:t>
            </a:r>
            <a:r>
              <a:rPr lang="fr-FR" sz="1400" dirty="0" err="1">
                <a:ea typeface="+mn-lt"/>
                <a:cs typeface="+mn-lt"/>
              </a:rPr>
              <a:t>windows</a:t>
            </a:r>
            <a:r>
              <a:rPr lang="fr-FR" sz="1400" dirty="0">
                <a:ea typeface="+mn-lt"/>
                <a:cs typeface="+mn-lt"/>
              </a:rPr>
              <a:t>.</a:t>
            </a:r>
          </a:p>
          <a:p>
            <a:r>
              <a:rPr lang="fr-FR" sz="1400" b="1" dirty="0">
                <a:ea typeface="+mn-lt"/>
                <a:cs typeface="+mn-lt"/>
              </a:rPr>
              <a:t>2. </a:t>
            </a:r>
            <a:r>
              <a:rPr lang="fr-FR" sz="1400" b="1" dirty="0" err="1">
                <a:ea typeface="+mn-lt"/>
                <a:cs typeface="+mn-lt"/>
              </a:rPr>
              <a:t>Rebuild</a:t>
            </a:r>
            <a:r>
              <a:rPr lang="fr-FR" sz="1400" b="1" dirty="0">
                <a:ea typeface="+mn-lt"/>
                <a:cs typeface="+mn-lt"/>
              </a:rPr>
              <a:t> on </a:t>
            </a:r>
            <a:r>
              <a:rPr lang="fr-FR" sz="1400" b="1" dirty="0" err="1">
                <a:ea typeface="+mn-lt"/>
                <a:cs typeface="+mn-lt"/>
              </a:rPr>
              <a:t>individual</a:t>
            </a:r>
            <a:r>
              <a:rPr lang="fr-FR" sz="1400" b="1" dirty="0">
                <a:ea typeface="+mn-lt"/>
                <a:cs typeface="+mn-lt"/>
              </a:rPr>
              <a:t> </a:t>
            </a:r>
            <a:r>
              <a:rPr lang="fr-FR" sz="1400" b="1" dirty="0" err="1">
                <a:ea typeface="+mn-lt"/>
                <a:cs typeface="+mn-lt"/>
              </a:rPr>
              <a:t>contract</a:t>
            </a:r>
            <a:r>
              <a:rPr lang="fr-FR" sz="1400" b="1" dirty="0">
                <a:ea typeface="+mn-lt"/>
                <a:cs typeface="+mn-lt"/>
              </a:rPr>
              <a:t> data</a:t>
            </a:r>
          </a:p>
          <a:p>
            <a:r>
              <a:rPr lang="fr-FR" sz="1400" dirty="0">
                <a:ea typeface="+mn-lt"/>
                <a:cs typeface="+mn-lt"/>
              </a:rPr>
              <a:t>Move </a:t>
            </a:r>
            <a:r>
              <a:rPr lang="fr-FR" sz="1400" dirty="0" err="1">
                <a:ea typeface="+mn-lt"/>
                <a:cs typeface="+mn-lt"/>
              </a:rPr>
              <a:t>from</a:t>
            </a:r>
            <a:r>
              <a:rPr lang="fr-FR" sz="1400" dirty="0">
                <a:ea typeface="+mn-lt"/>
                <a:cs typeface="+mn-lt"/>
              </a:rPr>
              <a:t> constant-</a:t>
            </a:r>
            <a:r>
              <a:rPr lang="fr-FR" sz="1400" dirty="0" err="1">
                <a:ea typeface="+mn-lt"/>
                <a:cs typeface="+mn-lt"/>
              </a:rPr>
              <a:t>maturity</a:t>
            </a:r>
            <a:r>
              <a:rPr lang="fr-FR" sz="1400" dirty="0">
                <a:ea typeface="+mn-lt"/>
                <a:cs typeface="+mn-lt"/>
              </a:rPr>
              <a:t> continuation </a:t>
            </a:r>
            <a:r>
              <a:rPr lang="fr-FR" sz="1400" dirty="0" err="1">
                <a:ea typeface="+mn-lt"/>
                <a:cs typeface="+mn-lt"/>
              </a:rPr>
              <a:t>series</a:t>
            </a:r>
            <a:r>
              <a:rPr lang="fr-FR" sz="1400" dirty="0">
                <a:ea typeface="+mn-lt"/>
                <a:cs typeface="+mn-lt"/>
              </a:rPr>
              <a:t> to </a:t>
            </a:r>
            <a:r>
              <a:rPr lang="fr-FR" sz="1400" dirty="0" err="1">
                <a:ea typeface="+mn-lt"/>
                <a:cs typeface="+mn-lt"/>
              </a:rPr>
              <a:t>true</a:t>
            </a:r>
            <a:r>
              <a:rPr lang="fr-FR" sz="1400" dirty="0">
                <a:ea typeface="+mn-lt"/>
                <a:cs typeface="+mn-lt"/>
              </a:rPr>
              <a:t> </a:t>
            </a:r>
            <a:r>
              <a:rPr lang="fr-FR" sz="1400" dirty="0" err="1">
                <a:ea typeface="+mn-lt"/>
                <a:cs typeface="+mn-lt"/>
              </a:rPr>
              <a:t>tradable</a:t>
            </a:r>
            <a:r>
              <a:rPr lang="fr-FR" sz="1400" dirty="0">
                <a:ea typeface="+mn-lt"/>
                <a:cs typeface="+mn-lt"/>
              </a:rPr>
              <a:t> futures </a:t>
            </a:r>
            <a:r>
              <a:rPr lang="fr-FR" sz="1400" dirty="0" err="1">
                <a:ea typeface="+mn-lt"/>
                <a:cs typeface="+mn-lt"/>
              </a:rPr>
              <a:t>contracts</a:t>
            </a:r>
            <a:r>
              <a:rPr lang="fr-FR" sz="1400" dirty="0">
                <a:ea typeface="+mn-lt"/>
                <a:cs typeface="+mn-lt"/>
              </a:rPr>
              <a:t> to </a:t>
            </a:r>
            <a:r>
              <a:rPr lang="fr-FR" sz="1400" dirty="0" err="1">
                <a:ea typeface="+mn-lt"/>
                <a:cs typeface="+mn-lt"/>
              </a:rPr>
              <a:t>remove</a:t>
            </a:r>
            <a:r>
              <a:rPr lang="fr-FR" sz="1400" dirty="0">
                <a:ea typeface="+mn-lt"/>
                <a:cs typeface="+mn-lt"/>
              </a:rPr>
              <a:t> </a:t>
            </a:r>
            <a:r>
              <a:rPr lang="fr-FR" sz="1400" dirty="0" err="1">
                <a:ea typeface="+mn-lt"/>
                <a:cs typeface="+mn-lt"/>
              </a:rPr>
              <a:t>residual</a:t>
            </a:r>
            <a:r>
              <a:rPr lang="fr-FR" sz="1400" dirty="0">
                <a:ea typeface="+mn-lt"/>
                <a:cs typeface="+mn-lt"/>
              </a:rPr>
              <a:t> roll </a:t>
            </a:r>
            <a:r>
              <a:rPr lang="fr-FR" sz="1400" dirty="0" err="1">
                <a:ea typeface="+mn-lt"/>
                <a:cs typeface="+mn-lt"/>
              </a:rPr>
              <a:t>uncertainty</a:t>
            </a:r>
            <a:r>
              <a:rPr lang="fr-FR" sz="1400" dirty="0">
                <a:ea typeface="+mn-lt"/>
                <a:cs typeface="+mn-lt"/>
              </a:rPr>
              <a:t>.</a:t>
            </a:r>
          </a:p>
          <a:p>
            <a:r>
              <a:rPr lang="fr-FR" sz="1400" b="1" dirty="0">
                <a:ea typeface="+mn-lt"/>
                <a:cs typeface="+mn-lt"/>
              </a:rPr>
              <a:t>3. </a:t>
            </a:r>
            <a:r>
              <a:rPr lang="fr-FR" sz="1400" b="1" dirty="0" err="1">
                <a:ea typeface="+mn-lt"/>
                <a:cs typeface="+mn-lt"/>
              </a:rPr>
              <a:t>Improve</a:t>
            </a:r>
            <a:r>
              <a:rPr lang="fr-FR" sz="1400" b="1" dirty="0">
                <a:ea typeface="+mn-lt"/>
                <a:cs typeface="+mn-lt"/>
              </a:rPr>
              <a:t> portfolio </a:t>
            </a:r>
            <a:r>
              <a:rPr lang="fr-FR" sz="1400" b="1" dirty="0" err="1">
                <a:ea typeface="+mn-lt"/>
                <a:cs typeface="+mn-lt"/>
              </a:rPr>
              <a:t>optimization</a:t>
            </a:r>
            <a:endParaRPr lang="fr-FR" sz="1400" b="1" dirty="0">
              <a:ea typeface="+mn-lt"/>
              <a:cs typeface="+mn-lt"/>
            </a:endParaRPr>
          </a:p>
          <a:p>
            <a:r>
              <a:rPr lang="fr-FR" sz="1400" dirty="0">
                <a:ea typeface="+mn-lt"/>
                <a:cs typeface="+mn-lt"/>
              </a:rPr>
              <a:t>Replace </a:t>
            </a:r>
            <a:r>
              <a:rPr lang="fr-FR" sz="1400" dirty="0" err="1">
                <a:ea typeface="+mn-lt"/>
                <a:cs typeface="+mn-lt"/>
              </a:rPr>
              <a:t>equal-weight</a:t>
            </a:r>
            <a:r>
              <a:rPr lang="fr-FR" sz="1400" dirty="0">
                <a:ea typeface="+mn-lt"/>
                <a:cs typeface="+mn-lt"/>
              </a:rPr>
              <a:t> top/</a:t>
            </a:r>
            <a:r>
              <a:rPr lang="fr-FR" sz="1400" dirty="0" err="1">
                <a:ea typeface="+mn-lt"/>
                <a:cs typeface="+mn-lt"/>
              </a:rPr>
              <a:t>bottom</a:t>
            </a:r>
            <a:r>
              <a:rPr lang="fr-FR" sz="1400" dirty="0">
                <a:ea typeface="+mn-lt"/>
                <a:cs typeface="+mn-lt"/>
              </a:rPr>
              <a:t> </a:t>
            </a:r>
            <a:r>
              <a:rPr lang="fr-FR" sz="1400" dirty="0" err="1">
                <a:ea typeface="+mn-lt"/>
                <a:cs typeface="+mn-lt"/>
              </a:rPr>
              <a:t>selection</a:t>
            </a:r>
            <a:r>
              <a:rPr lang="fr-FR" sz="1400" dirty="0">
                <a:ea typeface="+mn-lt"/>
                <a:cs typeface="+mn-lt"/>
              </a:rPr>
              <a:t> </a:t>
            </a:r>
            <a:r>
              <a:rPr lang="fr-FR" sz="1400" dirty="0" err="1">
                <a:ea typeface="+mn-lt"/>
                <a:cs typeface="+mn-lt"/>
              </a:rPr>
              <a:t>with</a:t>
            </a:r>
            <a:r>
              <a:rPr lang="fr-FR" sz="1400" dirty="0">
                <a:ea typeface="+mn-lt"/>
                <a:cs typeface="+mn-lt"/>
              </a:rPr>
              <a:t> </a:t>
            </a:r>
            <a:r>
              <a:rPr lang="fr-FR" sz="1400" dirty="0" err="1">
                <a:ea typeface="+mn-lt"/>
                <a:cs typeface="+mn-lt"/>
              </a:rPr>
              <a:t>volatility-scaled</a:t>
            </a:r>
            <a:r>
              <a:rPr lang="fr-FR" sz="1400" dirty="0">
                <a:ea typeface="+mn-lt"/>
                <a:cs typeface="+mn-lt"/>
              </a:rPr>
              <a:t> or </a:t>
            </a:r>
            <a:r>
              <a:rPr lang="fr-FR" sz="1400" dirty="0" err="1">
                <a:ea typeface="+mn-lt"/>
                <a:cs typeface="+mn-lt"/>
              </a:rPr>
              <a:t>constrained</a:t>
            </a:r>
            <a:r>
              <a:rPr lang="fr-FR" sz="1400" dirty="0">
                <a:ea typeface="+mn-lt"/>
                <a:cs typeface="+mn-lt"/>
              </a:rPr>
              <a:t> </a:t>
            </a:r>
            <a:r>
              <a:rPr lang="fr-FR" sz="1400" dirty="0" err="1">
                <a:ea typeface="+mn-lt"/>
                <a:cs typeface="+mn-lt"/>
              </a:rPr>
              <a:t>optimization</a:t>
            </a:r>
            <a:r>
              <a:rPr lang="fr-FR" sz="1400" dirty="0">
                <a:ea typeface="+mn-lt"/>
                <a:cs typeface="+mn-lt"/>
              </a:rPr>
              <a:t>, </a:t>
            </a:r>
            <a:r>
              <a:rPr lang="fr-FR" sz="1400" dirty="0" err="1">
                <a:ea typeface="+mn-lt"/>
                <a:cs typeface="+mn-lt"/>
              </a:rPr>
              <a:t>including</a:t>
            </a:r>
            <a:r>
              <a:rPr lang="fr-FR" sz="1400" dirty="0">
                <a:ea typeface="+mn-lt"/>
                <a:cs typeface="+mn-lt"/>
              </a:rPr>
              <a:t> factor </a:t>
            </a:r>
            <a:r>
              <a:rPr lang="fr-FR" sz="1400" dirty="0" err="1">
                <a:ea typeface="+mn-lt"/>
                <a:cs typeface="+mn-lt"/>
              </a:rPr>
              <a:t>neutrality</a:t>
            </a:r>
            <a:r>
              <a:rPr lang="fr-FR" sz="1400" dirty="0">
                <a:ea typeface="+mn-lt"/>
                <a:cs typeface="+mn-lt"/>
              </a:rPr>
              <a:t>, </a:t>
            </a:r>
            <a:r>
              <a:rPr lang="fr-FR" sz="1400" dirty="0" err="1">
                <a:ea typeface="+mn-lt"/>
                <a:cs typeface="+mn-lt"/>
              </a:rPr>
              <a:t>liquidity</a:t>
            </a:r>
            <a:r>
              <a:rPr lang="fr-FR" sz="1400" dirty="0">
                <a:ea typeface="+mn-lt"/>
                <a:cs typeface="+mn-lt"/>
              </a:rPr>
              <a:t> caps and turnover penalties.</a:t>
            </a:r>
          </a:p>
          <a:p>
            <a:r>
              <a:rPr lang="fr-FR" sz="1400" b="1" dirty="0">
                <a:ea typeface="+mn-lt"/>
                <a:cs typeface="+mn-lt"/>
              </a:rPr>
              <a:t>4. Missing </a:t>
            </a:r>
            <a:r>
              <a:rPr lang="fr-FR" sz="1400" b="1" dirty="0" err="1">
                <a:ea typeface="+mn-lt"/>
                <a:cs typeface="+mn-lt"/>
              </a:rPr>
              <a:t>physical</a:t>
            </a:r>
            <a:r>
              <a:rPr lang="fr-FR" sz="1400" b="1" dirty="0">
                <a:ea typeface="+mn-lt"/>
                <a:cs typeface="+mn-lt"/>
              </a:rPr>
              <a:t> flow information</a:t>
            </a:r>
            <a:endParaRPr lang="fr-FR" sz="1400" dirty="0">
              <a:ea typeface="+mn-lt"/>
              <a:cs typeface="+mn-lt"/>
            </a:endParaRPr>
          </a:p>
          <a:p>
            <a:r>
              <a:rPr lang="fr-FR" sz="1400" dirty="0" err="1">
                <a:ea typeface="+mn-lt"/>
                <a:cs typeface="+mn-lt"/>
              </a:rPr>
              <a:t>Recent</a:t>
            </a:r>
            <a:r>
              <a:rPr lang="fr-FR" sz="1400" dirty="0">
                <a:ea typeface="+mn-lt"/>
                <a:cs typeface="+mn-lt"/>
              </a:rPr>
              <a:t> </a:t>
            </a:r>
            <a:r>
              <a:rPr lang="fr-FR" sz="1400" dirty="0" err="1">
                <a:ea typeface="+mn-lt"/>
                <a:cs typeface="+mn-lt"/>
              </a:rPr>
              <a:t>supply</a:t>
            </a:r>
            <a:r>
              <a:rPr lang="fr-FR" sz="1400" dirty="0">
                <a:ea typeface="+mn-lt"/>
                <a:cs typeface="+mn-lt"/>
              </a:rPr>
              <a:t>/</a:t>
            </a:r>
            <a:r>
              <a:rPr lang="fr-FR" sz="1400" dirty="0" err="1">
                <a:ea typeface="+mn-lt"/>
                <a:cs typeface="+mn-lt"/>
              </a:rPr>
              <a:t>demand</a:t>
            </a:r>
            <a:r>
              <a:rPr lang="fr-FR" sz="1400" dirty="0">
                <a:ea typeface="+mn-lt"/>
                <a:cs typeface="+mn-lt"/>
              </a:rPr>
              <a:t> </a:t>
            </a:r>
            <a:r>
              <a:rPr lang="fr-FR" sz="1400" dirty="0" err="1">
                <a:ea typeface="+mn-lt"/>
                <a:cs typeface="+mn-lt"/>
              </a:rPr>
              <a:t>dynamics</a:t>
            </a:r>
            <a:r>
              <a:rPr lang="fr-FR" sz="1400" dirty="0">
                <a:ea typeface="+mn-lt"/>
                <a:cs typeface="+mn-lt"/>
              </a:rPr>
              <a:t> are </a:t>
            </a:r>
            <a:r>
              <a:rPr lang="fr-FR" sz="1400" dirty="0" err="1">
                <a:ea typeface="+mn-lt"/>
                <a:cs typeface="+mn-lt"/>
              </a:rPr>
              <a:t>only</a:t>
            </a:r>
            <a:r>
              <a:rPr lang="fr-FR" sz="1400" dirty="0">
                <a:ea typeface="+mn-lt"/>
                <a:cs typeface="+mn-lt"/>
              </a:rPr>
              <a:t> </a:t>
            </a:r>
            <a:r>
              <a:rPr lang="fr-FR" sz="1400" dirty="0" err="1">
                <a:ea typeface="+mn-lt"/>
                <a:cs typeface="+mn-lt"/>
              </a:rPr>
              <a:t>partially</a:t>
            </a:r>
            <a:r>
              <a:rPr lang="fr-FR" sz="1400" dirty="0">
                <a:ea typeface="+mn-lt"/>
                <a:cs typeface="+mn-lt"/>
              </a:rPr>
              <a:t> </a:t>
            </a:r>
            <a:r>
              <a:rPr lang="fr-FR" sz="1400" dirty="0" err="1">
                <a:ea typeface="+mn-lt"/>
                <a:cs typeface="+mn-lt"/>
              </a:rPr>
              <a:t>captured</a:t>
            </a:r>
            <a:r>
              <a:rPr lang="fr-FR" sz="1400" dirty="0">
                <a:ea typeface="+mn-lt"/>
                <a:cs typeface="+mn-lt"/>
              </a:rPr>
              <a:t>. LNG flows, pipeline flows, power </a:t>
            </a:r>
            <a:r>
              <a:rPr lang="fr-FR" sz="1400" dirty="0" err="1">
                <a:ea typeface="+mn-lt"/>
                <a:cs typeface="+mn-lt"/>
              </a:rPr>
              <a:t>generation</a:t>
            </a:r>
            <a:r>
              <a:rPr lang="fr-FR" sz="1400" dirty="0">
                <a:ea typeface="+mn-lt"/>
                <a:cs typeface="+mn-lt"/>
              </a:rPr>
              <a:t> and production data </a:t>
            </a:r>
            <a:r>
              <a:rPr lang="fr-FR" sz="1400" dirty="0" err="1">
                <a:ea typeface="+mn-lt"/>
                <a:cs typeface="+mn-lt"/>
              </a:rPr>
              <a:t>could</a:t>
            </a:r>
            <a:r>
              <a:rPr lang="fr-FR" sz="1400" dirty="0">
                <a:ea typeface="+mn-lt"/>
                <a:cs typeface="+mn-lt"/>
              </a:rPr>
              <a:t> </a:t>
            </a:r>
            <a:r>
              <a:rPr lang="fr-FR" sz="1400" dirty="0" err="1">
                <a:ea typeface="+mn-lt"/>
                <a:cs typeface="+mn-lt"/>
              </a:rPr>
              <a:t>improve</a:t>
            </a:r>
            <a:r>
              <a:rPr lang="fr-FR" sz="1400" dirty="0">
                <a:ea typeface="+mn-lt"/>
                <a:cs typeface="+mn-lt"/>
              </a:rPr>
              <a:t> </a:t>
            </a:r>
            <a:r>
              <a:rPr lang="fr-FR" sz="1400" dirty="0" err="1">
                <a:ea typeface="+mn-lt"/>
                <a:cs typeface="+mn-lt"/>
              </a:rPr>
              <a:t>regime</a:t>
            </a:r>
            <a:r>
              <a:rPr lang="fr-FR" sz="1400" dirty="0">
                <a:ea typeface="+mn-lt"/>
                <a:cs typeface="+mn-lt"/>
              </a:rPr>
              <a:t> identification.</a:t>
            </a:r>
          </a:p>
          <a:p>
            <a:pPr marL="171450" indent="-171450">
              <a:buFont typeface="Calibri,Sans-Serif"/>
              <a:buChar char="-"/>
            </a:pPr>
            <a:endParaRPr lang="fr-FR" sz="1400"/>
          </a:p>
          <a:p>
            <a:endParaRPr lang="fr-FR" sz="1400">
              <a:ea typeface="+mn-lt"/>
              <a:cs typeface="+mn-lt"/>
            </a:endParaRPr>
          </a:p>
        </p:txBody>
      </p:sp>
      <p:sp>
        <p:nvSpPr>
          <p:cNvPr id="20" name="Espace réservé du numéro de diapositive 19">
            <a:extLst>
              <a:ext uri="{FF2B5EF4-FFF2-40B4-BE49-F238E27FC236}">
                <a16:creationId xmlns:a16="http://schemas.microsoft.com/office/drawing/2014/main" id="{7B3755CA-B10F-051C-1E26-717DAC065E32}"/>
              </a:ext>
            </a:extLst>
          </p:cNvPr>
          <p:cNvSpPr>
            <a:spLocks noGrp="1"/>
          </p:cNvSpPr>
          <p:nvPr>
            <p:ph type="sldNum" sz="quarter" idx="17"/>
          </p:nvPr>
        </p:nvSpPr>
        <p:spPr/>
        <p:txBody>
          <a:bodyPr/>
          <a:lstStyle/>
          <a:p>
            <a:fld id="{225705C9-C93A-4611-A575-E7A979D414CC}" type="slidenum">
              <a:rPr lang="en-GB" smtClean="0"/>
              <a:pPr/>
              <a:t>13</a:t>
            </a:fld>
            <a:endParaRPr lang="fr-FR"/>
          </a:p>
        </p:txBody>
      </p:sp>
      <mc:AlternateContent xmlns:mc="http://schemas.openxmlformats.org/markup-compatibility/2006" xmlns:p14="http://schemas.microsoft.com/office/powerpoint/2010/main">
        <mc:Choice Requires="p14">
          <p:contentPart p14:bwMode="auto" r:id="rId3">
            <p14:nvContentPartPr>
              <p14:cNvPr id="2" name="Encre 1">
                <a:extLst>
                  <a:ext uri="{FF2B5EF4-FFF2-40B4-BE49-F238E27FC236}">
                    <a16:creationId xmlns:a16="http://schemas.microsoft.com/office/drawing/2014/main" id="{B9F4FF17-7C91-D57C-1DC9-14C74007B2AE}"/>
                  </a:ext>
                </a:extLst>
              </p14:cNvPr>
              <p14:cNvContentPartPr/>
              <p14:nvPr/>
            </p14:nvContentPartPr>
            <p14:xfrm>
              <a:off x="507918" y="6555145"/>
              <a:ext cx="725866" cy="11373"/>
            </p14:xfrm>
          </p:contentPart>
        </mc:Choice>
        <mc:Fallback xmlns="">
          <p:pic>
            <p:nvPicPr>
              <p:cNvPr id="2" name="Encre 1">
                <a:extLst>
                  <a:ext uri="{FF2B5EF4-FFF2-40B4-BE49-F238E27FC236}">
                    <a16:creationId xmlns:a16="http://schemas.microsoft.com/office/drawing/2014/main" id="{B9F4FF17-7C91-D57C-1DC9-14C74007B2AE}"/>
                  </a:ext>
                </a:extLst>
              </p:cNvPr>
              <p:cNvPicPr/>
              <p:nvPr/>
            </p:nvPicPr>
            <p:blipFill>
              <a:blip r:embed="rId4"/>
              <a:stretch>
                <a:fillRect/>
              </a:stretch>
            </p:blipFill>
            <p:spPr>
              <a:xfrm>
                <a:off x="490284" y="5986495"/>
                <a:ext cx="761494" cy="11373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3" name="Encre 2">
                <a:extLst>
                  <a:ext uri="{FF2B5EF4-FFF2-40B4-BE49-F238E27FC236}">
                    <a16:creationId xmlns:a16="http://schemas.microsoft.com/office/drawing/2014/main" id="{1BF08984-C2B1-C66B-D3E1-E56AA4EFEB66}"/>
                  </a:ext>
                </a:extLst>
              </p14:cNvPr>
              <p14:cNvContentPartPr/>
              <p14:nvPr/>
            </p14:nvContentPartPr>
            <p14:xfrm>
              <a:off x="849086" y="6555666"/>
              <a:ext cx="509515" cy="11373"/>
            </p14:xfrm>
          </p:contentPart>
        </mc:Choice>
        <mc:Fallback xmlns="">
          <p:pic>
            <p:nvPicPr>
              <p:cNvPr id="3" name="Encre 2">
                <a:extLst>
                  <a:ext uri="{FF2B5EF4-FFF2-40B4-BE49-F238E27FC236}">
                    <a16:creationId xmlns:a16="http://schemas.microsoft.com/office/drawing/2014/main" id="{1BF08984-C2B1-C66B-D3E1-E56AA4EFEB66}"/>
                  </a:ext>
                </a:extLst>
              </p:cNvPr>
              <p:cNvPicPr/>
              <p:nvPr/>
            </p:nvPicPr>
            <p:blipFill>
              <a:blip r:embed="rId6"/>
              <a:stretch>
                <a:fillRect/>
              </a:stretch>
            </p:blipFill>
            <p:spPr>
              <a:xfrm>
                <a:off x="831454" y="6517756"/>
                <a:ext cx="545138" cy="86435"/>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7" name="Encre 6">
                <a:extLst>
                  <a:ext uri="{FF2B5EF4-FFF2-40B4-BE49-F238E27FC236}">
                    <a16:creationId xmlns:a16="http://schemas.microsoft.com/office/drawing/2014/main" id="{737FA72A-685F-A903-BAD1-89E5AC693FC8}"/>
                  </a:ext>
                </a:extLst>
              </p14:cNvPr>
              <p14:cNvContentPartPr/>
              <p14:nvPr/>
            </p14:nvContentPartPr>
            <p14:xfrm>
              <a:off x="749279" y="6506720"/>
              <a:ext cx="455469" cy="11373"/>
            </p14:xfrm>
          </p:contentPart>
        </mc:Choice>
        <mc:Fallback xmlns="">
          <p:pic>
            <p:nvPicPr>
              <p:cNvPr id="7" name="Encre 6">
                <a:extLst>
                  <a:ext uri="{FF2B5EF4-FFF2-40B4-BE49-F238E27FC236}">
                    <a16:creationId xmlns:a16="http://schemas.microsoft.com/office/drawing/2014/main" id="{737FA72A-685F-A903-BAD1-89E5AC693FC8}"/>
                  </a:ext>
                </a:extLst>
              </p:cNvPr>
              <p:cNvPicPr/>
              <p:nvPr/>
            </p:nvPicPr>
            <p:blipFill>
              <a:blip r:embed="rId8"/>
              <a:stretch>
                <a:fillRect/>
              </a:stretch>
            </p:blipFill>
            <p:spPr>
              <a:xfrm>
                <a:off x="731290" y="5949443"/>
                <a:ext cx="491086" cy="11373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9" name="Encre 8">
                <a:extLst>
                  <a:ext uri="{FF2B5EF4-FFF2-40B4-BE49-F238E27FC236}">
                    <a16:creationId xmlns:a16="http://schemas.microsoft.com/office/drawing/2014/main" id="{EC80E72A-9476-3B48-3A0F-00EDD5D7030A}"/>
                  </a:ext>
                </a:extLst>
              </p14:cNvPr>
              <p14:cNvContentPartPr/>
              <p14:nvPr/>
            </p14:nvContentPartPr>
            <p14:xfrm>
              <a:off x="737133" y="6537463"/>
              <a:ext cx="488188" cy="11373"/>
            </p14:xfrm>
          </p:contentPart>
        </mc:Choice>
        <mc:Fallback xmlns="">
          <p:pic>
            <p:nvPicPr>
              <p:cNvPr id="9" name="Encre 8">
                <a:extLst>
                  <a:ext uri="{FF2B5EF4-FFF2-40B4-BE49-F238E27FC236}">
                    <a16:creationId xmlns:a16="http://schemas.microsoft.com/office/drawing/2014/main" id="{EC80E72A-9476-3B48-3A0F-00EDD5D7030A}"/>
                  </a:ext>
                </a:extLst>
              </p:cNvPr>
              <p:cNvPicPr/>
              <p:nvPr/>
            </p:nvPicPr>
            <p:blipFill>
              <a:blip r:embed="rId10"/>
              <a:stretch>
                <a:fillRect/>
              </a:stretch>
            </p:blipFill>
            <p:spPr>
              <a:xfrm>
                <a:off x="719145" y="5968813"/>
                <a:ext cx="523804" cy="11373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1" name="Encre 10">
                <a:extLst>
                  <a:ext uri="{FF2B5EF4-FFF2-40B4-BE49-F238E27FC236}">
                    <a16:creationId xmlns:a16="http://schemas.microsoft.com/office/drawing/2014/main" id="{129E197E-98B3-9D00-E921-9344342BB98C}"/>
                  </a:ext>
                </a:extLst>
              </p14:cNvPr>
              <p14:cNvContentPartPr/>
              <p14:nvPr/>
            </p14:nvContentPartPr>
            <p14:xfrm>
              <a:off x="194043" y="6586021"/>
              <a:ext cx="1022881" cy="11373"/>
            </p14:xfrm>
          </p:contentPart>
        </mc:Choice>
        <mc:Fallback xmlns="">
          <p:pic>
            <p:nvPicPr>
              <p:cNvPr id="11" name="Encre 10">
                <a:extLst>
                  <a:ext uri="{FF2B5EF4-FFF2-40B4-BE49-F238E27FC236}">
                    <a16:creationId xmlns:a16="http://schemas.microsoft.com/office/drawing/2014/main" id="{129E197E-98B3-9D00-E921-9344342BB98C}"/>
                  </a:ext>
                </a:extLst>
              </p:cNvPr>
              <p:cNvPicPr/>
              <p:nvPr/>
            </p:nvPicPr>
            <p:blipFill>
              <a:blip r:embed="rId12"/>
              <a:stretch>
                <a:fillRect/>
              </a:stretch>
            </p:blipFill>
            <p:spPr>
              <a:xfrm>
                <a:off x="176407" y="6017371"/>
                <a:ext cx="1058513" cy="11373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2" name="Encre 11">
                <a:extLst>
                  <a:ext uri="{FF2B5EF4-FFF2-40B4-BE49-F238E27FC236}">
                    <a16:creationId xmlns:a16="http://schemas.microsoft.com/office/drawing/2014/main" id="{C6BB634A-E46F-FB28-32B5-B118C2D3AD2C}"/>
                  </a:ext>
                </a:extLst>
              </p14:cNvPr>
              <p14:cNvContentPartPr/>
              <p14:nvPr/>
            </p14:nvContentPartPr>
            <p14:xfrm>
              <a:off x="822381" y="6552657"/>
              <a:ext cx="411381" cy="11373"/>
            </p14:xfrm>
          </p:contentPart>
        </mc:Choice>
        <mc:Fallback xmlns="">
          <p:pic>
            <p:nvPicPr>
              <p:cNvPr id="12" name="Encre 11">
                <a:extLst>
                  <a:ext uri="{FF2B5EF4-FFF2-40B4-BE49-F238E27FC236}">
                    <a16:creationId xmlns:a16="http://schemas.microsoft.com/office/drawing/2014/main" id="{C6BB634A-E46F-FB28-32B5-B118C2D3AD2C}"/>
                  </a:ext>
                </a:extLst>
              </p:cNvPr>
              <p:cNvPicPr/>
              <p:nvPr/>
            </p:nvPicPr>
            <p:blipFill>
              <a:blip r:embed="rId14"/>
              <a:stretch>
                <a:fillRect/>
              </a:stretch>
            </p:blipFill>
            <p:spPr>
              <a:xfrm>
                <a:off x="804401" y="5984007"/>
                <a:ext cx="446981" cy="113730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3" name="Encre 12">
                <a:extLst>
                  <a:ext uri="{FF2B5EF4-FFF2-40B4-BE49-F238E27FC236}">
                    <a16:creationId xmlns:a16="http://schemas.microsoft.com/office/drawing/2014/main" id="{A0B2679B-0A7E-330B-4BBD-0AE6BDC01B1D}"/>
                  </a:ext>
                </a:extLst>
              </p14:cNvPr>
              <p14:cNvContentPartPr/>
              <p14:nvPr/>
            </p14:nvContentPartPr>
            <p14:xfrm>
              <a:off x="519195" y="6514048"/>
              <a:ext cx="745799" cy="32034"/>
            </p14:xfrm>
          </p:contentPart>
        </mc:Choice>
        <mc:Fallback xmlns="">
          <p:pic>
            <p:nvPicPr>
              <p:cNvPr id="13" name="Encre 12">
                <a:extLst>
                  <a:ext uri="{FF2B5EF4-FFF2-40B4-BE49-F238E27FC236}">
                    <a16:creationId xmlns:a16="http://schemas.microsoft.com/office/drawing/2014/main" id="{A0B2679B-0A7E-330B-4BBD-0AE6BDC01B1D}"/>
                  </a:ext>
                </a:extLst>
              </p:cNvPr>
              <p:cNvPicPr/>
              <p:nvPr/>
            </p:nvPicPr>
            <p:blipFill>
              <a:blip r:embed="rId16"/>
              <a:stretch>
                <a:fillRect/>
              </a:stretch>
            </p:blipFill>
            <p:spPr>
              <a:xfrm>
                <a:off x="501207" y="6496607"/>
                <a:ext cx="781416" cy="67271"/>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5" name="Encre 14">
                <a:extLst>
                  <a:ext uri="{FF2B5EF4-FFF2-40B4-BE49-F238E27FC236}">
                    <a16:creationId xmlns:a16="http://schemas.microsoft.com/office/drawing/2014/main" id="{38207C39-9247-AFE1-5932-2D51BFF3E545}"/>
                  </a:ext>
                </a:extLst>
              </p14:cNvPr>
              <p14:cNvContentPartPr/>
              <p14:nvPr/>
            </p14:nvContentPartPr>
            <p14:xfrm>
              <a:off x="626201" y="6582823"/>
              <a:ext cx="524217" cy="11373"/>
            </p14:xfrm>
          </p:contentPart>
        </mc:Choice>
        <mc:Fallback xmlns="">
          <p:pic>
            <p:nvPicPr>
              <p:cNvPr id="15" name="Encre 14">
                <a:extLst>
                  <a:ext uri="{FF2B5EF4-FFF2-40B4-BE49-F238E27FC236}">
                    <a16:creationId xmlns:a16="http://schemas.microsoft.com/office/drawing/2014/main" id="{38207C39-9247-AFE1-5932-2D51BFF3E545}"/>
                  </a:ext>
                </a:extLst>
              </p:cNvPr>
              <p:cNvPicPr/>
              <p:nvPr/>
            </p:nvPicPr>
            <p:blipFill>
              <a:blip r:embed="rId18"/>
              <a:stretch>
                <a:fillRect/>
              </a:stretch>
            </p:blipFill>
            <p:spPr>
              <a:xfrm>
                <a:off x="608211" y="6025546"/>
                <a:ext cx="559836" cy="113730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6" name="Encre 15">
                <a:extLst>
                  <a:ext uri="{FF2B5EF4-FFF2-40B4-BE49-F238E27FC236}">
                    <a16:creationId xmlns:a16="http://schemas.microsoft.com/office/drawing/2014/main" id="{1770ECBA-886B-E72D-AB0F-C757505745A0}"/>
                  </a:ext>
                </a:extLst>
              </p14:cNvPr>
              <p14:cNvContentPartPr/>
              <p14:nvPr/>
            </p14:nvContentPartPr>
            <p14:xfrm>
              <a:off x="466956" y="6421253"/>
              <a:ext cx="881871" cy="191814"/>
            </p14:xfrm>
          </p:contentPart>
        </mc:Choice>
        <mc:Fallback xmlns="">
          <p:pic>
            <p:nvPicPr>
              <p:cNvPr id="16" name="Encre 15">
                <a:extLst>
                  <a:ext uri="{FF2B5EF4-FFF2-40B4-BE49-F238E27FC236}">
                    <a16:creationId xmlns:a16="http://schemas.microsoft.com/office/drawing/2014/main" id="{1770ECBA-886B-E72D-AB0F-C757505745A0}"/>
                  </a:ext>
                </a:extLst>
              </p:cNvPr>
              <p:cNvPicPr/>
              <p:nvPr/>
            </p:nvPicPr>
            <p:blipFill>
              <a:blip r:embed="rId20"/>
              <a:stretch>
                <a:fillRect/>
              </a:stretch>
            </p:blipFill>
            <p:spPr>
              <a:xfrm>
                <a:off x="449326" y="6403652"/>
                <a:ext cx="917491" cy="227375"/>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7" name="Encre 16">
                <a:extLst>
                  <a:ext uri="{FF2B5EF4-FFF2-40B4-BE49-F238E27FC236}">
                    <a16:creationId xmlns:a16="http://schemas.microsoft.com/office/drawing/2014/main" id="{0599A0BF-6849-7011-5A88-39C2CEE9CADF}"/>
                  </a:ext>
                </a:extLst>
              </p14:cNvPr>
              <p14:cNvContentPartPr/>
              <p14:nvPr/>
            </p14:nvContentPartPr>
            <p14:xfrm>
              <a:off x="764913" y="6622984"/>
              <a:ext cx="326151" cy="11373"/>
            </p14:xfrm>
          </p:contentPart>
        </mc:Choice>
        <mc:Fallback xmlns="">
          <p:pic>
            <p:nvPicPr>
              <p:cNvPr id="17" name="Encre 16">
                <a:extLst>
                  <a:ext uri="{FF2B5EF4-FFF2-40B4-BE49-F238E27FC236}">
                    <a16:creationId xmlns:a16="http://schemas.microsoft.com/office/drawing/2014/main" id="{0599A0BF-6849-7011-5A88-39C2CEE9CADF}"/>
                  </a:ext>
                </a:extLst>
              </p:cNvPr>
              <p:cNvPicPr/>
              <p:nvPr/>
            </p:nvPicPr>
            <p:blipFill>
              <a:blip r:embed="rId22"/>
              <a:stretch>
                <a:fillRect/>
              </a:stretch>
            </p:blipFill>
            <p:spPr>
              <a:xfrm>
                <a:off x="747293" y="6054334"/>
                <a:ext cx="361751" cy="113730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9" name="Encre 18">
                <a:extLst>
                  <a:ext uri="{FF2B5EF4-FFF2-40B4-BE49-F238E27FC236}">
                    <a16:creationId xmlns:a16="http://schemas.microsoft.com/office/drawing/2014/main" id="{CAB88F44-996E-6873-30F3-2C7E7053BFDF}"/>
                  </a:ext>
                </a:extLst>
              </p14:cNvPr>
              <p14:cNvContentPartPr/>
              <p14:nvPr/>
            </p14:nvContentPartPr>
            <p14:xfrm>
              <a:off x="442866" y="6621066"/>
              <a:ext cx="945277" cy="11373"/>
            </p14:xfrm>
          </p:contentPart>
        </mc:Choice>
        <mc:Fallback xmlns="">
          <p:pic>
            <p:nvPicPr>
              <p:cNvPr id="19" name="Encre 18">
                <a:extLst>
                  <a:ext uri="{FF2B5EF4-FFF2-40B4-BE49-F238E27FC236}">
                    <a16:creationId xmlns:a16="http://schemas.microsoft.com/office/drawing/2014/main" id="{CAB88F44-996E-6873-30F3-2C7E7053BFDF}"/>
                  </a:ext>
                </a:extLst>
              </p:cNvPr>
              <p:cNvPicPr/>
              <p:nvPr/>
            </p:nvPicPr>
            <p:blipFill>
              <a:blip r:embed="rId24"/>
              <a:stretch>
                <a:fillRect/>
              </a:stretch>
            </p:blipFill>
            <p:spPr>
              <a:xfrm>
                <a:off x="425234" y="6528186"/>
                <a:ext cx="980900" cy="199028"/>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21" name="Encre 20">
                <a:extLst>
                  <a:ext uri="{FF2B5EF4-FFF2-40B4-BE49-F238E27FC236}">
                    <a16:creationId xmlns:a16="http://schemas.microsoft.com/office/drawing/2014/main" id="{9423AD7E-DEAE-CB32-812B-D881A59F9AA9}"/>
                  </a:ext>
                </a:extLst>
              </p14:cNvPr>
              <p14:cNvContentPartPr/>
              <p14:nvPr/>
            </p14:nvContentPartPr>
            <p14:xfrm>
              <a:off x="489849" y="6550658"/>
              <a:ext cx="707305" cy="11373"/>
            </p14:xfrm>
          </p:contentPart>
        </mc:Choice>
        <mc:Fallback xmlns="">
          <p:pic>
            <p:nvPicPr>
              <p:cNvPr id="21" name="Encre 20">
                <a:extLst>
                  <a:ext uri="{FF2B5EF4-FFF2-40B4-BE49-F238E27FC236}">
                    <a16:creationId xmlns:a16="http://schemas.microsoft.com/office/drawing/2014/main" id="{9423AD7E-DEAE-CB32-812B-D881A59F9AA9}"/>
                  </a:ext>
                </a:extLst>
              </p:cNvPr>
              <p:cNvPicPr/>
              <p:nvPr/>
            </p:nvPicPr>
            <p:blipFill>
              <a:blip r:embed="rId26"/>
              <a:stretch>
                <a:fillRect/>
              </a:stretch>
            </p:blipFill>
            <p:spPr>
              <a:xfrm>
                <a:off x="472220" y="5993381"/>
                <a:ext cx="742922" cy="113730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22" name="Encre 21">
                <a:extLst>
                  <a:ext uri="{FF2B5EF4-FFF2-40B4-BE49-F238E27FC236}">
                    <a16:creationId xmlns:a16="http://schemas.microsoft.com/office/drawing/2014/main" id="{5309CBF0-F9FF-F83D-AEAA-FE7D7C7BBDEA}"/>
                  </a:ext>
                </a:extLst>
              </p14:cNvPr>
              <p14:cNvContentPartPr/>
              <p14:nvPr/>
            </p14:nvContentPartPr>
            <p14:xfrm>
              <a:off x="859396" y="6525424"/>
              <a:ext cx="447939" cy="11373"/>
            </p14:xfrm>
          </p:contentPart>
        </mc:Choice>
        <mc:Fallback xmlns="">
          <p:pic>
            <p:nvPicPr>
              <p:cNvPr id="22" name="Encre 21">
                <a:extLst>
                  <a:ext uri="{FF2B5EF4-FFF2-40B4-BE49-F238E27FC236}">
                    <a16:creationId xmlns:a16="http://schemas.microsoft.com/office/drawing/2014/main" id="{5309CBF0-F9FF-F83D-AEAA-FE7D7C7BBDEA}"/>
                  </a:ext>
                </a:extLst>
              </p:cNvPr>
              <p:cNvPicPr/>
              <p:nvPr/>
            </p:nvPicPr>
            <p:blipFill>
              <a:blip r:embed="rId28"/>
              <a:stretch>
                <a:fillRect/>
              </a:stretch>
            </p:blipFill>
            <p:spPr>
              <a:xfrm>
                <a:off x="841766" y="6462241"/>
                <a:ext cx="483558" cy="136476"/>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23" name="Encre 22">
                <a:extLst>
                  <a:ext uri="{FF2B5EF4-FFF2-40B4-BE49-F238E27FC236}">
                    <a16:creationId xmlns:a16="http://schemas.microsoft.com/office/drawing/2014/main" id="{DF6868FF-AD9B-EF22-B131-E6F2BF09BAAA}"/>
                  </a:ext>
                </a:extLst>
              </p14:cNvPr>
              <p14:cNvContentPartPr/>
              <p14:nvPr/>
            </p14:nvContentPartPr>
            <p14:xfrm>
              <a:off x="960137" y="6528267"/>
              <a:ext cx="362477" cy="11373"/>
            </p14:xfrm>
          </p:contentPart>
        </mc:Choice>
        <mc:Fallback xmlns="">
          <p:pic>
            <p:nvPicPr>
              <p:cNvPr id="23" name="Encre 22">
                <a:extLst>
                  <a:ext uri="{FF2B5EF4-FFF2-40B4-BE49-F238E27FC236}">
                    <a16:creationId xmlns:a16="http://schemas.microsoft.com/office/drawing/2014/main" id="{DF6868FF-AD9B-EF22-B131-E6F2BF09BAAA}"/>
                  </a:ext>
                </a:extLst>
              </p:cNvPr>
              <p:cNvPicPr/>
              <p:nvPr/>
            </p:nvPicPr>
            <p:blipFill>
              <a:blip r:embed="rId30"/>
              <a:stretch>
                <a:fillRect/>
              </a:stretch>
            </p:blipFill>
            <p:spPr>
              <a:xfrm>
                <a:off x="942517" y="5970990"/>
                <a:ext cx="398077" cy="113730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24" name="Encre 23">
                <a:extLst>
                  <a:ext uri="{FF2B5EF4-FFF2-40B4-BE49-F238E27FC236}">
                    <a16:creationId xmlns:a16="http://schemas.microsoft.com/office/drawing/2014/main" id="{185C93DA-4D08-8950-689F-33923C6CEAD9}"/>
                  </a:ext>
                </a:extLst>
              </p14:cNvPr>
              <p14:cNvContentPartPr/>
              <p14:nvPr/>
            </p14:nvContentPartPr>
            <p14:xfrm>
              <a:off x="1036972" y="6481442"/>
              <a:ext cx="197832" cy="11373"/>
            </p14:xfrm>
          </p:contentPart>
        </mc:Choice>
        <mc:Fallback xmlns="">
          <p:pic>
            <p:nvPicPr>
              <p:cNvPr id="24" name="Encre 23">
                <a:extLst>
                  <a:ext uri="{FF2B5EF4-FFF2-40B4-BE49-F238E27FC236}">
                    <a16:creationId xmlns:a16="http://schemas.microsoft.com/office/drawing/2014/main" id="{185C93DA-4D08-8950-689F-33923C6CEAD9}"/>
                  </a:ext>
                </a:extLst>
              </p:cNvPr>
              <p:cNvPicPr/>
              <p:nvPr/>
            </p:nvPicPr>
            <p:blipFill>
              <a:blip r:embed="rId32"/>
              <a:stretch>
                <a:fillRect/>
              </a:stretch>
            </p:blipFill>
            <p:spPr>
              <a:xfrm>
                <a:off x="1019379" y="5924165"/>
                <a:ext cx="233377" cy="113730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25" name="Encre 24">
                <a:extLst>
                  <a:ext uri="{FF2B5EF4-FFF2-40B4-BE49-F238E27FC236}">
                    <a16:creationId xmlns:a16="http://schemas.microsoft.com/office/drawing/2014/main" id="{F29171AB-47F3-6C06-8BD2-70235579FABB}"/>
                  </a:ext>
                </a:extLst>
              </p14:cNvPr>
              <p14:cNvContentPartPr/>
              <p14:nvPr/>
            </p14:nvContentPartPr>
            <p14:xfrm>
              <a:off x="348165" y="6486516"/>
              <a:ext cx="1147046" cy="168788"/>
            </p14:xfrm>
          </p:contentPart>
        </mc:Choice>
        <mc:Fallback xmlns="">
          <p:pic>
            <p:nvPicPr>
              <p:cNvPr id="25" name="Encre 24">
                <a:extLst>
                  <a:ext uri="{FF2B5EF4-FFF2-40B4-BE49-F238E27FC236}">
                    <a16:creationId xmlns:a16="http://schemas.microsoft.com/office/drawing/2014/main" id="{F29171AB-47F3-6C06-8BD2-70235579FABB}"/>
                  </a:ext>
                </a:extLst>
              </p:cNvPr>
              <p:cNvPicPr/>
              <p:nvPr/>
            </p:nvPicPr>
            <p:blipFill>
              <a:blip r:embed="rId34"/>
              <a:stretch>
                <a:fillRect/>
              </a:stretch>
            </p:blipFill>
            <p:spPr>
              <a:xfrm>
                <a:off x="330169" y="6468919"/>
                <a:ext cx="1182677" cy="204341"/>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26" name="Encre 25">
                <a:extLst>
                  <a:ext uri="{FF2B5EF4-FFF2-40B4-BE49-F238E27FC236}">
                    <a16:creationId xmlns:a16="http://schemas.microsoft.com/office/drawing/2014/main" id="{2D0DE489-0CD6-9602-6F0D-7A3E02C3B4E4}"/>
                  </a:ext>
                </a:extLst>
              </p14:cNvPr>
              <p14:cNvContentPartPr/>
              <p14:nvPr/>
            </p14:nvContentPartPr>
            <p14:xfrm>
              <a:off x="133530" y="6538041"/>
              <a:ext cx="887566" cy="141558"/>
            </p14:xfrm>
          </p:contentPart>
        </mc:Choice>
        <mc:Fallback xmlns="">
          <p:pic>
            <p:nvPicPr>
              <p:cNvPr id="26" name="Encre 25">
                <a:extLst>
                  <a:ext uri="{FF2B5EF4-FFF2-40B4-BE49-F238E27FC236}">
                    <a16:creationId xmlns:a16="http://schemas.microsoft.com/office/drawing/2014/main" id="{2D0DE489-0CD6-9602-6F0D-7A3E02C3B4E4}"/>
                  </a:ext>
                </a:extLst>
              </p:cNvPr>
              <p:cNvPicPr/>
              <p:nvPr/>
            </p:nvPicPr>
            <p:blipFill>
              <a:blip r:embed="rId36"/>
              <a:stretch>
                <a:fillRect/>
              </a:stretch>
            </p:blipFill>
            <p:spPr>
              <a:xfrm>
                <a:off x="115894" y="6520077"/>
                <a:ext cx="923198" cy="177127"/>
              </a:xfrm>
              <a:prstGeom prst="rect">
                <a:avLst/>
              </a:prstGeom>
            </p:spPr>
          </p:pic>
        </mc:Fallback>
      </mc:AlternateContent>
    </p:spTree>
    <p:extLst>
      <p:ext uri="{BB962C8B-B14F-4D97-AF65-F5344CB8AC3E}">
        <p14:creationId xmlns:p14="http://schemas.microsoft.com/office/powerpoint/2010/main" val="29819376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80B5ED-2A18-E2F5-EC88-1C91AFA3BC8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BA63244-1001-1FF1-5971-60138E97A54A}"/>
              </a:ext>
            </a:extLst>
          </p:cNvPr>
          <p:cNvSpPr>
            <a:spLocks noGrp="1"/>
          </p:cNvSpPr>
          <p:nvPr>
            <p:ph type="title"/>
          </p:nvPr>
        </p:nvSpPr>
        <p:spPr/>
        <p:txBody>
          <a:bodyPr>
            <a:normAutofit fontScale="90000"/>
          </a:bodyPr>
          <a:lstStyle/>
          <a:p>
            <a:r>
              <a:rPr lang="en-US" altLang="zh-CN"/>
              <a:t>Questions?</a:t>
            </a:r>
            <a:br>
              <a:rPr lang="en-GB">
                <a:latin typeface="Novecento sans wide UltraLight"/>
              </a:rPr>
            </a:br>
            <a:endParaRPr lang="en-GB"/>
          </a:p>
        </p:txBody>
      </p:sp>
      <p:sp>
        <p:nvSpPr>
          <p:cNvPr id="4" name="Text Placeholder 3">
            <a:extLst>
              <a:ext uri="{FF2B5EF4-FFF2-40B4-BE49-F238E27FC236}">
                <a16:creationId xmlns:a16="http://schemas.microsoft.com/office/drawing/2014/main" id="{703ABF5C-B507-F8A5-6F59-38E9AE038F7B}"/>
              </a:ext>
            </a:extLst>
          </p:cNvPr>
          <p:cNvSpPr>
            <a:spLocks noGrp="1"/>
          </p:cNvSpPr>
          <p:nvPr>
            <p:ph type="body" sz="quarter" idx="11"/>
          </p:nvPr>
        </p:nvSpPr>
        <p:spPr/>
        <p:txBody>
          <a:bodyPr vert="horz" lIns="91440" tIns="45720" rIns="91440" bIns="45720" rtlCol="0" anchor="t">
            <a:normAutofit/>
          </a:bodyPr>
          <a:lstStyle/>
          <a:p>
            <a:r>
              <a:rPr lang="en-US" altLang="zh-CN">
                <a:latin typeface="Novecento sans wide Light"/>
              </a:rPr>
              <a:t>Thank you for listening</a:t>
            </a:r>
            <a:endParaRPr lang="en-GB"/>
          </a:p>
        </p:txBody>
      </p:sp>
    </p:spTree>
    <p:extLst>
      <p:ext uri="{BB962C8B-B14F-4D97-AF65-F5344CB8AC3E}">
        <p14:creationId xmlns:p14="http://schemas.microsoft.com/office/powerpoint/2010/main" val="33229999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9B00A6-68F4-88E9-9D42-C42EEC23C3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8F0E25-6DAF-2EE5-3FC2-059A3014B638}"/>
              </a:ext>
            </a:extLst>
          </p:cNvPr>
          <p:cNvSpPr>
            <a:spLocks noGrp="1"/>
          </p:cNvSpPr>
          <p:nvPr>
            <p:ph type="title"/>
          </p:nvPr>
        </p:nvSpPr>
        <p:spPr/>
        <p:txBody>
          <a:bodyPr/>
          <a:lstStyle/>
          <a:p>
            <a:r>
              <a:rPr lang="en-US"/>
              <a:t>References</a:t>
            </a:r>
          </a:p>
        </p:txBody>
      </p:sp>
      <p:sp>
        <p:nvSpPr>
          <p:cNvPr id="3" name="Content Placeholder 2">
            <a:extLst>
              <a:ext uri="{FF2B5EF4-FFF2-40B4-BE49-F238E27FC236}">
                <a16:creationId xmlns:a16="http://schemas.microsoft.com/office/drawing/2014/main" id="{59DD755F-B60A-B179-D9CA-8600E7044F98}"/>
              </a:ext>
            </a:extLst>
          </p:cNvPr>
          <p:cNvSpPr>
            <a:spLocks noGrp="1"/>
          </p:cNvSpPr>
          <p:nvPr>
            <p:ph idx="1"/>
          </p:nvPr>
        </p:nvSpPr>
        <p:spPr>
          <a:xfrm>
            <a:off x="646822" y="1414781"/>
            <a:ext cx="11009582" cy="4334494"/>
          </a:xfrm>
        </p:spPr>
        <p:txBody>
          <a:bodyPr vert="horz" lIns="91440" tIns="45720" rIns="91440" bIns="45720" rtlCol="0" anchor="t">
            <a:normAutofit/>
          </a:bodyPr>
          <a:lstStyle/>
          <a:p>
            <a:r>
              <a:rPr lang="en-US" sz="1800" b="1"/>
              <a:t>[1] </a:t>
            </a:r>
            <a:r>
              <a:rPr lang="en-US" altLang="zh-CN" sz="1800" b="1"/>
              <a:t>G. </a:t>
            </a:r>
            <a:r>
              <a:rPr lang="en-US" altLang="zh-CN" sz="1800" b="1" err="1"/>
              <a:t>Paleologo</a:t>
            </a:r>
            <a:r>
              <a:rPr lang="en-US" altLang="zh-CN" sz="1800" b="1"/>
              <a:t> (2025).</a:t>
            </a:r>
            <a:r>
              <a:rPr lang="en-US" altLang="zh-CN" sz="1800"/>
              <a:t> Statistical Factor Model (Two-stage PCA). The Elements of Quantitative Investing</a:t>
            </a:r>
            <a:endParaRPr lang="fr-FR" sz="1800"/>
          </a:p>
          <a:p>
            <a:r>
              <a:rPr lang="en-US" altLang="zh-CN" sz="1800" b="1"/>
              <a:t>[2] Y. Chen (2023), </a:t>
            </a:r>
            <a:r>
              <a:rPr lang="en-US" altLang="zh-CN" sz="1800"/>
              <a:t>Temperature, storage and Natural Gas futures prices, Journal of Futures Market, Wiley</a:t>
            </a:r>
          </a:p>
          <a:p>
            <a:r>
              <a:rPr lang="en-US" altLang="zh-CN" sz="1800" b="1"/>
              <a:t>[3] M. Boons &amp; M. Porras Prado (2019),</a:t>
            </a:r>
            <a:r>
              <a:rPr lang="en-US" altLang="zh-CN" sz="1800"/>
              <a:t> Basis-Momentum, </a:t>
            </a:r>
            <a:r>
              <a:rPr lang="en-US" sz="1800">
                <a:ea typeface="+mn-lt"/>
                <a:cs typeface="+mn-lt"/>
              </a:rPr>
              <a:t>Journal of Finance, Haas School of Business </a:t>
            </a:r>
          </a:p>
          <a:p>
            <a:r>
              <a:rPr lang="en-US" sz="1800" b="1">
                <a:ea typeface="+mn-lt"/>
                <a:cs typeface="+mn-lt"/>
              </a:rPr>
              <a:t>[4] M. Lopez de Prado (2018),</a:t>
            </a:r>
            <a:r>
              <a:rPr lang="en-US" sz="1800">
                <a:ea typeface="+mn-lt"/>
                <a:cs typeface="+mn-lt"/>
              </a:rPr>
              <a:t> Advances in Financial Machine Learning, </a:t>
            </a:r>
            <a:r>
              <a:rPr lang="en-US" sz="1800">
                <a:highlight>
                  <a:srgbClr val="FFFFFF"/>
                </a:highlight>
                <a:ea typeface="+mn-lt"/>
                <a:cs typeface="+mn-lt"/>
              </a:rPr>
              <a:t>Wiley Finance Series </a:t>
            </a:r>
            <a:endParaRPr lang="en-US" sz="1800">
              <a:ea typeface="+mn-lt"/>
              <a:cs typeface="+mn-lt"/>
            </a:endParaRPr>
          </a:p>
          <a:p>
            <a:endParaRPr lang="en-US" sz="1800">
              <a:ea typeface="+mn-lt"/>
              <a:cs typeface="+mn-lt"/>
            </a:endParaRPr>
          </a:p>
        </p:txBody>
      </p:sp>
      <p:sp>
        <p:nvSpPr>
          <p:cNvPr id="5" name="Date Placeholder 4">
            <a:extLst>
              <a:ext uri="{FF2B5EF4-FFF2-40B4-BE49-F238E27FC236}">
                <a16:creationId xmlns:a16="http://schemas.microsoft.com/office/drawing/2014/main" id="{882FCF6B-9BA9-DCB4-1AA5-6A6D86D9912A}"/>
              </a:ext>
            </a:extLst>
          </p:cNvPr>
          <p:cNvSpPr>
            <a:spLocks noGrp="1"/>
          </p:cNvSpPr>
          <p:nvPr>
            <p:ph type="dt" sz="half" idx="15"/>
          </p:nvPr>
        </p:nvSpPr>
        <p:spPr/>
        <p:txBody>
          <a:bodyPr/>
          <a:lstStyle/>
          <a:p>
            <a:fld id="{5D77077C-FEF9-4A07-92A0-31EDE9512421}" type="datetime1">
              <a:rPr lang="en-US" smtClean="0"/>
              <a:pPr/>
              <a:t>5/7/2026</a:t>
            </a:fld>
            <a:endParaRPr lang="en-GB"/>
          </a:p>
        </p:txBody>
      </p:sp>
      <p:sp>
        <p:nvSpPr>
          <p:cNvPr id="6" name="Footer Placeholder 5">
            <a:extLst>
              <a:ext uri="{FF2B5EF4-FFF2-40B4-BE49-F238E27FC236}">
                <a16:creationId xmlns:a16="http://schemas.microsoft.com/office/drawing/2014/main" id="{3C9794E8-C3B8-94B7-A5D6-37B77F6C55E1}"/>
              </a:ext>
            </a:extLst>
          </p:cNvPr>
          <p:cNvSpPr>
            <a:spLocks noGrp="1"/>
          </p:cNvSpPr>
          <p:nvPr>
            <p:ph type="ftr" sz="quarter" idx="16"/>
          </p:nvPr>
        </p:nvSpPr>
        <p:spPr/>
        <p:txBody>
          <a:bodyPr/>
          <a:lstStyle/>
          <a:p>
            <a:endParaRPr lang="en-GB"/>
          </a:p>
        </p:txBody>
      </p:sp>
      <p:sp>
        <p:nvSpPr>
          <p:cNvPr id="7" name="Slide Number Placeholder 6">
            <a:extLst>
              <a:ext uri="{FF2B5EF4-FFF2-40B4-BE49-F238E27FC236}">
                <a16:creationId xmlns:a16="http://schemas.microsoft.com/office/drawing/2014/main" id="{95D41498-CC86-F4E3-6BC5-3CD83DB6BD3B}"/>
              </a:ext>
            </a:extLst>
          </p:cNvPr>
          <p:cNvSpPr>
            <a:spLocks noGrp="1"/>
          </p:cNvSpPr>
          <p:nvPr>
            <p:ph type="sldNum" sz="quarter" idx="17"/>
          </p:nvPr>
        </p:nvSpPr>
        <p:spPr/>
        <p:txBody>
          <a:bodyPr/>
          <a:lstStyle/>
          <a:p>
            <a:fld id="{225705C9-C93A-4611-A575-E7A979D414CC}" type="slidenum">
              <a:rPr lang="en-GB" smtClean="0"/>
              <a:pPr/>
              <a:t>15</a:t>
            </a:fld>
            <a:endParaRPr lang="en-GB"/>
          </a:p>
        </p:txBody>
      </p:sp>
      <p:sp>
        <p:nvSpPr>
          <p:cNvPr id="8" name="Text Placeholder 7">
            <a:extLst>
              <a:ext uri="{FF2B5EF4-FFF2-40B4-BE49-F238E27FC236}">
                <a16:creationId xmlns:a16="http://schemas.microsoft.com/office/drawing/2014/main" id="{714447A7-7B26-6FE0-4096-68C853A62491}"/>
              </a:ext>
            </a:extLst>
          </p:cNvPr>
          <p:cNvSpPr>
            <a:spLocks noGrp="1"/>
          </p:cNvSpPr>
          <p:nvPr>
            <p:ph type="body" sz="quarter" idx="20"/>
          </p:nvPr>
        </p:nvSpPr>
        <p:spPr/>
        <p:txBody>
          <a:bodyPr/>
          <a:lstStyle/>
          <a:p>
            <a:endParaRPr lang="en-US"/>
          </a:p>
        </p:txBody>
      </p:sp>
    </p:spTree>
    <p:extLst>
      <p:ext uri="{BB962C8B-B14F-4D97-AF65-F5344CB8AC3E}">
        <p14:creationId xmlns:p14="http://schemas.microsoft.com/office/powerpoint/2010/main" val="11299520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C5470DD-3672-DE49-9C0F-F525453FC817}"/>
              </a:ext>
            </a:extLst>
          </p:cNvPr>
          <p:cNvSpPr>
            <a:spLocks noGrp="1"/>
          </p:cNvSpPr>
          <p:nvPr>
            <p:ph type="sldNum" sz="quarter" idx="12"/>
          </p:nvPr>
        </p:nvSpPr>
        <p:spPr/>
        <p:txBody>
          <a:bodyPr/>
          <a:lstStyle/>
          <a:p>
            <a:fld id="{225705C9-C93A-4611-A575-E7A979D414CC}" type="slidenum">
              <a:rPr lang="en-GB" smtClean="0"/>
              <a:pPr/>
              <a:t>16</a:t>
            </a:fld>
            <a:endParaRPr lang="en-GB"/>
          </a:p>
        </p:txBody>
      </p:sp>
    </p:spTree>
    <p:extLst>
      <p:ext uri="{BB962C8B-B14F-4D97-AF65-F5344CB8AC3E}">
        <p14:creationId xmlns:p14="http://schemas.microsoft.com/office/powerpoint/2010/main" val="19365842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0FFDDC-49C0-D849-9C79-1ED9F75880CF}"/>
              </a:ext>
            </a:extLst>
          </p:cNvPr>
          <p:cNvSpPr>
            <a:spLocks noGrp="1"/>
          </p:cNvSpPr>
          <p:nvPr>
            <p:ph type="title"/>
          </p:nvPr>
        </p:nvSpPr>
        <p:spPr/>
        <p:txBody>
          <a:bodyPr/>
          <a:lstStyle/>
          <a:p>
            <a:endParaRPr lang="en-US"/>
          </a:p>
        </p:txBody>
      </p:sp>
      <p:pic>
        <p:nvPicPr>
          <p:cNvPr id="11" name="Espace réservé du contenu 10" descr="Une image contenant texte, écriture manuscrite, ligne, Police&#10;&#10;Le contenu généré par l’IA peut être incorrect.">
            <a:extLst>
              <a:ext uri="{FF2B5EF4-FFF2-40B4-BE49-F238E27FC236}">
                <a16:creationId xmlns:a16="http://schemas.microsoft.com/office/drawing/2014/main" id="{42E6F5D3-505E-E069-F319-E301C4F5EEDA}"/>
              </a:ext>
            </a:extLst>
          </p:cNvPr>
          <p:cNvPicPr>
            <a:picLocks noGrp="1" noChangeAspect="1"/>
          </p:cNvPicPr>
          <p:nvPr>
            <p:ph idx="1"/>
          </p:nvPr>
        </p:nvPicPr>
        <p:blipFill>
          <a:blip r:embed="rId2"/>
          <a:stretch>
            <a:fillRect/>
          </a:stretch>
        </p:blipFill>
        <p:spPr>
          <a:xfrm>
            <a:off x="2790932" y="1474151"/>
            <a:ext cx="7199582" cy="4108197"/>
          </a:xfrm>
          <a:prstGeom prst="rect">
            <a:avLst/>
          </a:prstGeom>
        </p:spPr>
      </p:pic>
      <p:sp>
        <p:nvSpPr>
          <p:cNvPr id="4" name="Content Placeholder 3">
            <a:extLst>
              <a:ext uri="{FF2B5EF4-FFF2-40B4-BE49-F238E27FC236}">
                <a16:creationId xmlns:a16="http://schemas.microsoft.com/office/drawing/2014/main" id="{25103D36-3529-DD4A-A398-4409FF175B61}"/>
              </a:ext>
            </a:extLst>
          </p:cNvPr>
          <p:cNvSpPr>
            <a:spLocks noGrp="1"/>
          </p:cNvSpPr>
          <p:nvPr>
            <p:ph idx="14"/>
          </p:nvPr>
        </p:nvSpPr>
        <p:spPr/>
        <p:txBody>
          <a:bodyPr/>
          <a:lstStyle/>
          <a:p>
            <a:endParaRPr lang="en-US"/>
          </a:p>
        </p:txBody>
      </p:sp>
      <p:sp>
        <p:nvSpPr>
          <p:cNvPr id="5" name="Text Placeholder 4">
            <a:extLst>
              <a:ext uri="{FF2B5EF4-FFF2-40B4-BE49-F238E27FC236}">
                <a16:creationId xmlns:a16="http://schemas.microsoft.com/office/drawing/2014/main" id="{3171B9A9-7936-8C46-AE57-AE6513F4D3BF}"/>
              </a:ext>
            </a:extLst>
          </p:cNvPr>
          <p:cNvSpPr>
            <a:spLocks noGrp="1"/>
          </p:cNvSpPr>
          <p:nvPr>
            <p:ph type="body" sz="quarter" idx="16"/>
          </p:nvPr>
        </p:nvSpPr>
        <p:spPr/>
        <p:txBody>
          <a:bodyPr/>
          <a:lstStyle/>
          <a:p>
            <a:endParaRPr lang="en-US"/>
          </a:p>
        </p:txBody>
      </p:sp>
      <p:sp>
        <p:nvSpPr>
          <p:cNvPr id="6" name="Text Placeholder 5">
            <a:extLst>
              <a:ext uri="{FF2B5EF4-FFF2-40B4-BE49-F238E27FC236}">
                <a16:creationId xmlns:a16="http://schemas.microsoft.com/office/drawing/2014/main" id="{48933F44-63AA-464D-A42F-48D4D608DCBE}"/>
              </a:ext>
            </a:extLst>
          </p:cNvPr>
          <p:cNvSpPr>
            <a:spLocks noGrp="1"/>
          </p:cNvSpPr>
          <p:nvPr>
            <p:ph type="body" sz="quarter" idx="19"/>
          </p:nvPr>
        </p:nvSpPr>
        <p:spPr/>
        <p:txBody>
          <a:bodyPr/>
          <a:lstStyle/>
          <a:p>
            <a:endParaRPr lang="en-US"/>
          </a:p>
        </p:txBody>
      </p:sp>
      <p:sp>
        <p:nvSpPr>
          <p:cNvPr id="7" name="Text Placeholder 6">
            <a:extLst>
              <a:ext uri="{FF2B5EF4-FFF2-40B4-BE49-F238E27FC236}">
                <a16:creationId xmlns:a16="http://schemas.microsoft.com/office/drawing/2014/main" id="{769A6533-2818-AB40-ADE5-E44DE26E78B3}"/>
              </a:ext>
            </a:extLst>
          </p:cNvPr>
          <p:cNvSpPr>
            <a:spLocks noGrp="1"/>
          </p:cNvSpPr>
          <p:nvPr>
            <p:ph type="body" sz="quarter" idx="20"/>
          </p:nvPr>
        </p:nvSpPr>
        <p:spPr/>
        <p:txBody>
          <a:bodyPr/>
          <a:lstStyle/>
          <a:p>
            <a:endParaRPr lang="en-US"/>
          </a:p>
        </p:txBody>
      </p:sp>
      <p:sp>
        <p:nvSpPr>
          <p:cNvPr id="8" name="Date Placeholder 7">
            <a:extLst>
              <a:ext uri="{FF2B5EF4-FFF2-40B4-BE49-F238E27FC236}">
                <a16:creationId xmlns:a16="http://schemas.microsoft.com/office/drawing/2014/main" id="{0E6EDB73-278A-F749-86D9-455456E9DC9F}"/>
              </a:ext>
            </a:extLst>
          </p:cNvPr>
          <p:cNvSpPr>
            <a:spLocks noGrp="1"/>
          </p:cNvSpPr>
          <p:nvPr>
            <p:ph type="dt" sz="half" idx="21"/>
          </p:nvPr>
        </p:nvSpPr>
        <p:spPr/>
        <p:txBody>
          <a:bodyPr/>
          <a:lstStyle/>
          <a:p>
            <a:fld id="{5D77077C-FEF9-4A07-92A0-31EDE9512421}" type="datetime1">
              <a:rPr lang="en-US" smtClean="0"/>
              <a:pPr/>
              <a:t>5/7/2026</a:t>
            </a:fld>
            <a:endParaRPr lang="en-GB"/>
          </a:p>
        </p:txBody>
      </p:sp>
      <p:sp>
        <p:nvSpPr>
          <p:cNvPr id="9" name="Footer Placeholder 8">
            <a:extLst>
              <a:ext uri="{FF2B5EF4-FFF2-40B4-BE49-F238E27FC236}">
                <a16:creationId xmlns:a16="http://schemas.microsoft.com/office/drawing/2014/main" id="{2A19B631-0C04-CE42-A220-BA2B5FD2E09C}"/>
              </a:ext>
            </a:extLst>
          </p:cNvPr>
          <p:cNvSpPr>
            <a:spLocks noGrp="1"/>
          </p:cNvSpPr>
          <p:nvPr>
            <p:ph type="ftr" sz="quarter" idx="22"/>
          </p:nvPr>
        </p:nvSpPr>
        <p:spPr/>
        <p:txBody>
          <a:bodyPr/>
          <a:lstStyle/>
          <a:p>
            <a:endParaRPr lang="en-GB"/>
          </a:p>
        </p:txBody>
      </p:sp>
      <p:sp>
        <p:nvSpPr>
          <p:cNvPr id="10" name="Slide Number Placeholder 9">
            <a:extLst>
              <a:ext uri="{FF2B5EF4-FFF2-40B4-BE49-F238E27FC236}">
                <a16:creationId xmlns:a16="http://schemas.microsoft.com/office/drawing/2014/main" id="{769C0B45-185F-D04E-AA06-E174CEF0B044}"/>
              </a:ext>
            </a:extLst>
          </p:cNvPr>
          <p:cNvSpPr>
            <a:spLocks noGrp="1"/>
          </p:cNvSpPr>
          <p:nvPr>
            <p:ph type="sldNum" sz="quarter" idx="23"/>
          </p:nvPr>
        </p:nvSpPr>
        <p:spPr/>
        <p:txBody>
          <a:bodyPr/>
          <a:lstStyle/>
          <a:p>
            <a:fld id="{225705C9-C93A-4611-A575-E7A979D414CC}" type="slidenum">
              <a:rPr lang="en-GB" smtClean="0"/>
              <a:pPr/>
              <a:t>17</a:t>
            </a:fld>
            <a:endParaRPr lang="en-GB"/>
          </a:p>
        </p:txBody>
      </p:sp>
    </p:spTree>
    <p:extLst>
      <p:ext uri="{BB962C8B-B14F-4D97-AF65-F5344CB8AC3E}">
        <p14:creationId xmlns:p14="http://schemas.microsoft.com/office/powerpoint/2010/main" val="362917165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RESENTATIONID" val="616529b0-8859-4f7a-a170-65814900d10f"/>
</p:tagLst>
</file>

<file path=ppt/theme/theme1.xml><?xml version="1.0" encoding="utf-8"?>
<a:theme xmlns:a="http://schemas.openxmlformats.org/drawingml/2006/main" name="Office Theme">
  <a:themeElements>
    <a:clrScheme name="Oxford Alpha Fund">
      <a:dk1>
        <a:srgbClr val="262626"/>
      </a:dk1>
      <a:lt1>
        <a:sysClr val="window" lastClr="FFFFFF"/>
      </a:lt1>
      <a:dk2>
        <a:srgbClr val="262626"/>
      </a:dk2>
      <a:lt2>
        <a:srgbClr val="FFFFFF"/>
      </a:lt2>
      <a:accent1>
        <a:srgbClr val="1F3864"/>
      </a:accent1>
      <a:accent2>
        <a:srgbClr val="C00000"/>
      </a:accent2>
      <a:accent3>
        <a:srgbClr val="2F5496"/>
      </a:accent3>
      <a:accent4>
        <a:srgbClr val="CA3636"/>
      </a:accent4>
      <a:accent5>
        <a:srgbClr val="41AD7C"/>
      </a:accent5>
      <a:accent6>
        <a:srgbClr val="2D7756"/>
      </a:accent6>
      <a:hlink>
        <a:srgbClr val="0563C1"/>
      </a:hlink>
      <a:folHlink>
        <a:srgbClr val="954F72"/>
      </a:folHlink>
    </a:clrScheme>
    <a:fontScheme name="Oxford Alpha Fund">
      <a:majorFont>
        <a:latin typeface="Novecento sans wide UltraLight"/>
        <a:ea typeface=""/>
        <a:cs typeface=""/>
      </a:majorFont>
      <a:minorFont>
        <a:latin typeface="Myriad Se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AF_Pitch_Deck_Template" id="{A2557348-30A8-4DD0-AB9B-173A9DCFCE07}" vid="{2C866282-7007-44BC-A31F-99CA4505A46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1"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47C5FAA3-2304-4F09-9538-D6A98B5648C5}">
  <we:reference id="wa200010001" version="1.0.0.1" store="en-US" storeType="omex"/>
  <we:alternateReferences>
    <we:reference id="wa200010001" version="1.0.0.1" store="omex" storeType="omex"/>
  </we:alternateReferences>
  <we:properties>
    <we:property name="claude.fileId" value="&quot;92140fe3-ce14-4e38-bac4-e3668aac3db1&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dfdc44c2-ed4c-48a6-b2e7-22a96ae6bc3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F7C05E1E7BB83843ACAE1D575591E9C9" ma:contentTypeVersion="9" ma:contentTypeDescription="Create a new document." ma:contentTypeScope="" ma:versionID="b3f75f6fe787ec6ac46fa668ffad7b78">
  <xsd:schema xmlns:xsd="http://www.w3.org/2001/XMLSchema" xmlns:xs="http://www.w3.org/2001/XMLSchema" xmlns:p="http://schemas.microsoft.com/office/2006/metadata/properties" xmlns:ns3="dfdc44c2-ed4c-48a6-b2e7-22a96ae6bc34" targetNamespace="http://schemas.microsoft.com/office/2006/metadata/properties" ma:root="true" ma:fieldsID="fe1327984f60cfe36cbc5975706b53e1" ns3:_="">
    <xsd:import namespace="dfdc44c2-ed4c-48a6-b2e7-22a96ae6bc34"/>
    <xsd:element name="properties">
      <xsd:complexType>
        <xsd:sequence>
          <xsd:element name="documentManagement">
            <xsd:complexType>
              <xsd:all>
                <xsd:element ref="ns3:MediaServiceDateTaken" minOccurs="0"/>
                <xsd:element ref="ns3:_activity" minOccurs="0"/>
                <xsd:element ref="ns3:MediaServiceMetadata" minOccurs="0"/>
                <xsd:element ref="ns3:MediaServiceFastMetadata" minOccurs="0"/>
                <xsd:element ref="ns3:MediaServiceSearchProperties" minOccurs="0"/>
                <xsd:element ref="ns3:MediaServiceSystemTags" minOccurs="0"/>
                <xsd:element ref="ns3:MediaServiceGenerationTime" minOccurs="0"/>
                <xsd:element ref="ns3:MediaServiceEventHashCode"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fdc44c2-ed4c-48a6-b2e7-22a96ae6bc34"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_activity" ma:index="9" nillable="true" ma:displayName="_activity" ma:hidden="true" ma:internalName="_activity">
      <xsd:simpleType>
        <xsd:restriction base="dms:Note"/>
      </xsd:simpleType>
    </xsd:element>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SystemTags" ma:index="13" nillable="true" ma:displayName="MediaServiceSystemTags" ma:hidden="true" ma:internalName="MediaServiceSystemTags" ma:readOnly="true">
      <xsd:simpleType>
        <xsd:restriction base="dms:Note"/>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
</file>

<file path=customXml/itemProps1.xml><?xml version="1.0" encoding="utf-8"?>
<ds:datastoreItem xmlns:ds="http://schemas.openxmlformats.org/officeDocument/2006/customXml" ds:itemID="{6A83C6E2-8728-4A7C-8A47-F4C42D576C70}">
  <ds:schemaRefs>
    <ds:schemaRef ds:uri="dfdc44c2-ed4c-48a6-b2e7-22a96ae6bc34"/>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832C91F6-7ECB-4B26-9EDF-AC29B42BC44E}">
  <ds:schemaRefs>
    <ds:schemaRef ds:uri="http://schemas.microsoft.com/sharepoint/v3/contenttype/forms"/>
  </ds:schemaRefs>
</ds:datastoreItem>
</file>

<file path=customXml/itemProps3.xml><?xml version="1.0" encoding="utf-8"?>
<ds:datastoreItem xmlns:ds="http://schemas.openxmlformats.org/officeDocument/2006/customXml" ds:itemID="{E82BAE93-F124-49DA-A3D7-787E761F6327}">
  <ds:schemaRefs>
    <ds:schemaRef ds:uri="dfdc44c2-ed4c-48a6-b2e7-22a96ae6bc34"/>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4.xml><?xml version="1.0" encoding="utf-8"?>
<ds:datastoreItem xmlns:ds="http://schemas.openxmlformats.org/officeDocument/2006/customXml" ds:itemID="{27C1C09E-7FD7-4E97-8AA9-49B628CD483D}">
  <ds:schemaRefs>
    <ds:schemaRef ds:uri="http://www.w3.org/2000/xmln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Grand écran</PresentationFormat>
  <Slides>17</Slides>
  <Notes>4</Notes>
  <HiddenSlides>0</HiddenSlides>
  <ScaleCrop>false</ScaleCrop>
  <HeadingPairs>
    <vt:vector size="4" baseType="variant">
      <vt:variant>
        <vt:lpstr>Thème</vt:lpstr>
      </vt:variant>
      <vt:variant>
        <vt:i4>1</vt:i4>
      </vt:variant>
      <vt:variant>
        <vt:lpstr>Titres des diapositives</vt:lpstr>
      </vt:variant>
      <vt:variant>
        <vt:i4>17</vt:i4>
      </vt:variant>
    </vt:vector>
  </HeadingPairs>
  <TitlesOfParts>
    <vt:vector size="18" baseType="lpstr">
      <vt:lpstr>Office Theme</vt:lpstr>
      <vt:lpstr>Statistical Factor Relative Value in Natural Gas Futures </vt:lpstr>
      <vt:lpstr>Présentation PowerPoint</vt:lpstr>
      <vt:lpstr>Investment Thesis</vt:lpstr>
      <vt:lpstr>Data Universe</vt:lpstr>
      <vt:lpstr>Factor Framework: Overview </vt:lpstr>
      <vt:lpstr>Factor Framework: Two-Stage PCA</vt:lpstr>
      <vt:lpstr>Target Variable</vt:lpstr>
      <vt:lpstr>Feature Engineering</vt:lpstr>
      <vt:lpstr>Training Strategy &amp; Model Results</vt:lpstr>
      <vt:lpstr>Model Analysis</vt:lpstr>
      <vt:lpstr>Portfolio Construction &amp; Backtesting</vt:lpstr>
      <vt:lpstr>Out-of-sample Backtesting Results</vt:lpstr>
      <vt:lpstr>Présentation PowerPoint</vt:lpstr>
      <vt:lpstr>Questions? </vt:lpstr>
      <vt:lpstr>References</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Rebecca Liu</dc:creator>
  <cp:revision>131</cp:revision>
  <dcterms:created xsi:type="dcterms:W3CDTF">2021-03-08T06:59:53Z</dcterms:created>
  <dcterms:modified xsi:type="dcterms:W3CDTF">2026-05-07T18:51:57Z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0x010100F7C05E1E7BB83843ACAE1D575591E9C9</vt:lpwstr>
  </property>
</Properties>
</file>